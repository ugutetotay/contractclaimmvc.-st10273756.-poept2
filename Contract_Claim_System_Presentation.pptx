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Override1.xml" ContentType="application/vnd.openxmlformats-officedocument.themeOverr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2"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hyperlink" Target="https://asp.net/" TargetMode="Externa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diagrams/_rels/data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5.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ata6.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ata7.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45.png"/><Relationship Id="rId7"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diagrams/_rels/data8.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_rels/data10.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38.png"/><Relationship Id="rId7" Type="http://schemas.openxmlformats.org/officeDocument/2006/relationships/image" Target="../media/image65.png"/><Relationship Id="rId2" Type="http://schemas.openxmlformats.org/officeDocument/2006/relationships/image" Target="../media/image61.svg"/><Relationship Id="rId1" Type="http://schemas.openxmlformats.org/officeDocument/2006/relationships/image" Target="../media/image60.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diagrams/_rels/data11.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68.png"/><Relationship Id="rId7" Type="http://schemas.openxmlformats.org/officeDocument/2006/relationships/image" Target="../media/image42.png"/><Relationship Id="rId2" Type="http://schemas.openxmlformats.org/officeDocument/2006/relationships/image" Target="../media/image46.svg"/><Relationship Id="rId1" Type="http://schemas.openxmlformats.org/officeDocument/2006/relationships/image" Target="../media/image45.png"/><Relationship Id="rId6" Type="http://schemas.openxmlformats.org/officeDocument/2006/relationships/image" Target="../media/image70.svg"/><Relationship Id="rId5" Type="http://schemas.openxmlformats.org/officeDocument/2006/relationships/image" Target="../media/image15.png"/><Relationship Id="rId4" Type="http://schemas.openxmlformats.org/officeDocument/2006/relationships/image" Target="../media/image69.svg"/></Relationships>
</file>

<file path=ppt/diagrams/_rels/data12.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73.png"/><Relationship Id="rId7" Type="http://schemas.openxmlformats.org/officeDocument/2006/relationships/image" Target="../media/image77.png"/><Relationship Id="rId12" Type="http://schemas.openxmlformats.org/officeDocument/2006/relationships/image" Target="../media/image82.svg"/><Relationship Id="rId2" Type="http://schemas.openxmlformats.org/officeDocument/2006/relationships/image" Target="../media/image72.svg"/><Relationship Id="rId1" Type="http://schemas.openxmlformats.org/officeDocument/2006/relationships/image" Target="../media/image71.png"/><Relationship Id="rId6" Type="http://schemas.openxmlformats.org/officeDocument/2006/relationships/image" Target="../media/image76.svg"/><Relationship Id="rId11" Type="http://schemas.openxmlformats.org/officeDocument/2006/relationships/image" Target="../media/image81.png"/><Relationship Id="rId5" Type="http://schemas.openxmlformats.org/officeDocument/2006/relationships/image" Target="../media/image75.png"/><Relationship Id="rId10" Type="http://schemas.openxmlformats.org/officeDocument/2006/relationships/image" Target="../media/image80.svg"/><Relationship Id="rId4" Type="http://schemas.openxmlformats.org/officeDocument/2006/relationships/image" Target="../media/image74.svg"/><Relationship Id="rId9" Type="http://schemas.openxmlformats.org/officeDocument/2006/relationships/image" Target="../media/image79.png"/></Relationships>
</file>

<file path=ppt/diagrams/_rels/data13.xml.rels><?xml version="1.0" encoding="UTF-8" standalone="yes"?>
<Relationships xmlns="http://schemas.openxmlformats.org/package/2006/relationships"><Relationship Id="rId8" Type="http://schemas.openxmlformats.org/officeDocument/2006/relationships/image" Target="../media/image89.sv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image" Target="../media/image83.svg"/><Relationship Id="rId1" Type="http://schemas.openxmlformats.org/officeDocument/2006/relationships/image" Target="../media/image60.png"/><Relationship Id="rId6" Type="http://schemas.openxmlformats.org/officeDocument/2006/relationships/image" Target="../media/image87.svg"/><Relationship Id="rId5" Type="http://schemas.openxmlformats.org/officeDocument/2006/relationships/image" Target="../media/image86.png"/><Relationship Id="rId10" Type="http://schemas.openxmlformats.org/officeDocument/2006/relationships/image" Target="../media/image53.svg"/><Relationship Id="rId4" Type="http://schemas.openxmlformats.org/officeDocument/2006/relationships/image" Target="../media/image85.svg"/><Relationship Id="rId9" Type="http://schemas.openxmlformats.org/officeDocument/2006/relationships/image" Target="../media/image52.png"/></Relationships>
</file>

<file path=ppt/diagrams/_rels/drawing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s://asp.net/" TargetMode="External"/><Relationship Id="rId7"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6.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rawing7.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45.png"/><Relationship Id="rId7"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diagrams/_rels/drawing8.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_rels/drawing10.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38.png"/><Relationship Id="rId7" Type="http://schemas.openxmlformats.org/officeDocument/2006/relationships/image" Target="../media/image65.png"/><Relationship Id="rId2" Type="http://schemas.openxmlformats.org/officeDocument/2006/relationships/image" Target="../media/image61.svg"/><Relationship Id="rId1" Type="http://schemas.openxmlformats.org/officeDocument/2006/relationships/image" Target="../media/image60.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diagrams/_rels/drawing11.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68.png"/><Relationship Id="rId7" Type="http://schemas.openxmlformats.org/officeDocument/2006/relationships/image" Target="../media/image42.png"/><Relationship Id="rId2" Type="http://schemas.openxmlformats.org/officeDocument/2006/relationships/image" Target="../media/image46.svg"/><Relationship Id="rId1" Type="http://schemas.openxmlformats.org/officeDocument/2006/relationships/image" Target="../media/image45.png"/><Relationship Id="rId6" Type="http://schemas.openxmlformats.org/officeDocument/2006/relationships/image" Target="../media/image70.svg"/><Relationship Id="rId5" Type="http://schemas.openxmlformats.org/officeDocument/2006/relationships/image" Target="../media/image15.png"/><Relationship Id="rId4" Type="http://schemas.openxmlformats.org/officeDocument/2006/relationships/image" Target="../media/image69.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73.png"/><Relationship Id="rId7" Type="http://schemas.openxmlformats.org/officeDocument/2006/relationships/image" Target="../media/image77.png"/><Relationship Id="rId12" Type="http://schemas.openxmlformats.org/officeDocument/2006/relationships/image" Target="../media/image82.svg"/><Relationship Id="rId2" Type="http://schemas.openxmlformats.org/officeDocument/2006/relationships/image" Target="../media/image72.svg"/><Relationship Id="rId1" Type="http://schemas.openxmlformats.org/officeDocument/2006/relationships/image" Target="../media/image71.png"/><Relationship Id="rId6" Type="http://schemas.openxmlformats.org/officeDocument/2006/relationships/image" Target="../media/image76.svg"/><Relationship Id="rId11" Type="http://schemas.openxmlformats.org/officeDocument/2006/relationships/image" Target="../media/image81.png"/><Relationship Id="rId5" Type="http://schemas.openxmlformats.org/officeDocument/2006/relationships/image" Target="../media/image75.png"/><Relationship Id="rId10" Type="http://schemas.openxmlformats.org/officeDocument/2006/relationships/image" Target="../media/image80.svg"/><Relationship Id="rId4" Type="http://schemas.openxmlformats.org/officeDocument/2006/relationships/image" Target="../media/image74.svg"/><Relationship Id="rId9" Type="http://schemas.openxmlformats.org/officeDocument/2006/relationships/image" Target="../media/image79.png"/></Relationships>
</file>

<file path=ppt/diagrams/_rels/drawing13.xml.rels><?xml version="1.0" encoding="UTF-8" standalone="yes"?>
<Relationships xmlns="http://schemas.openxmlformats.org/package/2006/relationships"><Relationship Id="rId8" Type="http://schemas.openxmlformats.org/officeDocument/2006/relationships/image" Target="../media/image89.sv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image" Target="../media/image83.svg"/><Relationship Id="rId1" Type="http://schemas.openxmlformats.org/officeDocument/2006/relationships/image" Target="../media/image60.png"/><Relationship Id="rId6" Type="http://schemas.openxmlformats.org/officeDocument/2006/relationships/image" Target="../media/image87.svg"/><Relationship Id="rId5" Type="http://schemas.openxmlformats.org/officeDocument/2006/relationships/image" Target="../media/image86.png"/><Relationship Id="rId10" Type="http://schemas.openxmlformats.org/officeDocument/2006/relationships/image" Target="../media/image53.svg"/><Relationship Id="rId4" Type="http://schemas.openxmlformats.org/officeDocument/2006/relationships/image" Target="../media/image85.svg"/><Relationship Id="rId9" Type="http://schemas.openxmlformats.org/officeDocument/2006/relationships/image" Target="../media/image52.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A72232-6744-4B9A-9E7C-E356F32ED285}"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B46A4717-C63E-4BDE-852A-382B275C4638}">
      <dgm:prSet/>
      <dgm:spPr/>
      <dgm:t>
        <a:bodyPr/>
        <a:lstStyle/>
        <a:p>
          <a:r>
            <a:rPr lang="en-US"/>
            <a:t>Anthony Bunu</a:t>
          </a:r>
        </a:p>
      </dgm:t>
    </dgm:pt>
    <dgm:pt modelId="{4AFD0B15-4E6B-467E-96F7-48A8B622838A}" type="parTrans" cxnId="{89A7E5E6-57DD-43BE-A668-D95EFE1EB159}">
      <dgm:prSet/>
      <dgm:spPr/>
      <dgm:t>
        <a:bodyPr/>
        <a:lstStyle/>
        <a:p>
          <a:endParaRPr lang="en-US"/>
        </a:p>
      </dgm:t>
    </dgm:pt>
    <dgm:pt modelId="{50AE0731-225E-489A-8CD3-10180C0D2F27}" type="sibTrans" cxnId="{89A7E5E6-57DD-43BE-A668-D95EFE1EB159}">
      <dgm:prSet/>
      <dgm:spPr/>
      <dgm:t>
        <a:bodyPr/>
        <a:lstStyle/>
        <a:p>
          <a:endParaRPr lang="en-US"/>
        </a:p>
      </dgm:t>
    </dgm:pt>
    <dgm:pt modelId="{C91C2F8C-2690-454E-A169-E11418026B8C}">
      <dgm:prSet/>
      <dgm:spPr/>
      <dgm:t>
        <a:bodyPr/>
        <a:lstStyle/>
        <a:p>
          <a:r>
            <a:rPr lang="en-US"/>
            <a:t>ST10273756</a:t>
          </a:r>
        </a:p>
      </dgm:t>
    </dgm:pt>
    <dgm:pt modelId="{D5A40AA1-8C32-434B-AEBD-54C1E8DE0B6B}" type="parTrans" cxnId="{F62F574A-3D97-4DEF-8BA0-433389F1F12C}">
      <dgm:prSet/>
      <dgm:spPr/>
      <dgm:t>
        <a:bodyPr/>
        <a:lstStyle/>
        <a:p>
          <a:endParaRPr lang="en-US"/>
        </a:p>
      </dgm:t>
    </dgm:pt>
    <dgm:pt modelId="{6B8CDF42-B542-4607-A04A-C02C4E42171B}" type="sibTrans" cxnId="{F62F574A-3D97-4DEF-8BA0-433389F1F12C}">
      <dgm:prSet/>
      <dgm:spPr/>
      <dgm:t>
        <a:bodyPr/>
        <a:lstStyle/>
        <a:p>
          <a:endParaRPr lang="en-US"/>
        </a:p>
      </dgm:t>
    </dgm:pt>
    <dgm:pt modelId="{FB40CC82-D97E-4709-A001-5F75FCE957F8}">
      <dgm:prSet/>
      <dgm:spPr/>
      <dgm:t>
        <a:bodyPr/>
        <a:lstStyle/>
        <a:p>
          <a:r>
            <a:rPr lang="en-US"/>
            <a:t>Group 1</a:t>
          </a:r>
        </a:p>
      </dgm:t>
    </dgm:pt>
    <dgm:pt modelId="{FE695CC3-123D-4F51-8846-40539B8271A3}" type="parTrans" cxnId="{2D7C107E-D2C3-423A-80F2-4447092A9D96}">
      <dgm:prSet/>
      <dgm:spPr/>
      <dgm:t>
        <a:bodyPr/>
        <a:lstStyle/>
        <a:p>
          <a:endParaRPr lang="en-US"/>
        </a:p>
      </dgm:t>
    </dgm:pt>
    <dgm:pt modelId="{AEE6CE3D-14AF-4AC5-9A04-90EF90A7F4C1}" type="sibTrans" cxnId="{2D7C107E-D2C3-423A-80F2-4447092A9D96}">
      <dgm:prSet/>
      <dgm:spPr/>
      <dgm:t>
        <a:bodyPr/>
        <a:lstStyle/>
        <a:p>
          <a:endParaRPr lang="en-US"/>
        </a:p>
      </dgm:t>
    </dgm:pt>
    <dgm:pt modelId="{B592938A-6303-403E-B22B-B6ABB43FDC8B}" type="pres">
      <dgm:prSet presAssocID="{5AA72232-6744-4B9A-9E7C-E356F32ED285}" presName="linear" presStyleCnt="0">
        <dgm:presLayoutVars>
          <dgm:animLvl val="lvl"/>
          <dgm:resizeHandles val="exact"/>
        </dgm:presLayoutVars>
      </dgm:prSet>
      <dgm:spPr/>
    </dgm:pt>
    <dgm:pt modelId="{536107FA-EDCD-4E16-95ED-8D625FE68963}" type="pres">
      <dgm:prSet presAssocID="{B46A4717-C63E-4BDE-852A-382B275C4638}" presName="parentText" presStyleLbl="node1" presStyleIdx="0" presStyleCnt="3">
        <dgm:presLayoutVars>
          <dgm:chMax val="0"/>
          <dgm:bulletEnabled val="1"/>
        </dgm:presLayoutVars>
      </dgm:prSet>
      <dgm:spPr/>
    </dgm:pt>
    <dgm:pt modelId="{5AE26C29-4D57-4701-BD80-72A5DA9F046F}" type="pres">
      <dgm:prSet presAssocID="{50AE0731-225E-489A-8CD3-10180C0D2F27}" presName="spacer" presStyleCnt="0"/>
      <dgm:spPr/>
    </dgm:pt>
    <dgm:pt modelId="{A42B927A-FE17-4347-A23C-724DE8C3021D}" type="pres">
      <dgm:prSet presAssocID="{C91C2F8C-2690-454E-A169-E11418026B8C}" presName="parentText" presStyleLbl="node1" presStyleIdx="1" presStyleCnt="3">
        <dgm:presLayoutVars>
          <dgm:chMax val="0"/>
          <dgm:bulletEnabled val="1"/>
        </dgm:presLayoutVars>
      </dgm:prSet>
      <dgm:spPr/>
    </dgm:pt>
    <dgm:pt modelId="{D1ABF368-17D6-4EBE-8AA6-C20B2C1A33CE}" type="pres">
      <dgm:prSet presAssocID="{6B8CDF42-B542-4607-A04A-C02C4E42171B}" presName="spacer" presStyleCnt="0"/>
      <dgm:spPr/>
    </dgm:pt>
    <dgm:pt modelId="{35CF2B31-22C5-41B6-836C-7C658038711A}" type="pres">
      <dgm:prSet presAssocID="{FB40CC82-D97E-4709-A001-5F75FCE957F8}" presName="parentText" presStyleLbl="node1" presStyleIdx="2" presStyleCnt="3">
        <dgm:presLayoutVars>
          <dgm:chMax val="0"/>
          <dgm:bulletEnabled val="1"/>
        </dgm:presLayoutVars>
      </dgm:prSet>
      <dgm:spPr/>
    </dgm:pt>
  </dgm:ptLst>
  <dgm:cxnLst>
    <dgm:cxn modelId="{77F3782A-1E1B-4B2A-B274-D320A8199B7E}" type="presOf" srcId="{C91C2F8C-2690-454E-A169-E11418026B8C}" destId="{A42B927A-FE17-4347-A23C-724DE8C3021D}" srcOrd="0" destOrd="0" presId="urn:microsoft.com/office/officeart/2005/8/layout/vList2"/>
    <dgm:cxn modelId="{F62F574A-3D97-4DEF-8BA0-433389F1F12C}" srcId="{5AA72232-6744-4B9A-9E7C-E356F32ED285}" destId="{C91C2F8C-2690-454E-A169-E11418026B8C}" srcOrd="1" destOrd="0" parTransId="{D5A40AA1-8C32-434B-AEBD-54C1E8DE0B6B}" sibTransId="{6B8CDF42-B542-4607-A04A-C02C4E42171B}"/>
    <dgm:cxn modelId="{2D7C107E-D2C3-423A-80F2-4447092A9D96}" srcId="{5AA72232-6744-4B9A-9E7C-E356F32ED285}" destId="{FB40CC82-D97E-4709-A001-5F75FCE957F8}" srcOrd="2" destOrd="0" parTransId="{FE695CC3-123D-4F51-8846-40539B8271A3}" sibTransId="{AEE6CE3D-14AF-4AC5-9A04-90EF90A7F4C1}"/>
    <dgm:cxn modelId="{A04B6EA0-6819-43B4-876C-D85BCE0DAAFA}" type="presOf" srcId="{FB40CC82-D97E-4709-A001-5F75FCE957F8}" destId="{35CF2B31-22C5-41B6-836C-7C658038711A}" srcOrd="0" destOrd="0" presId="urn:microsoft.com/office/officeart/2005/8/layout/vList2"/>
    <dgm:cxn modelId="{5CB335B6-C6CD-481C-AEA8-6A612D33DE90}" type="presOf" srcId="{B46A4717-C63E-4BDE-852A-382B275C4638}" destId="{536107FA-EDCD-4E16-95ED-8D625FE68963}" srcOrd="0" destOrd="0" presId="urn:microsoft.com/office/officeart/2005/8/layout/vList2"/>
    <dgm:cxn modelId="{2629AEBD-A461-4228-A6B2-08DE725F213C}" type="presOf" srcId="{5AA72232-6744-4B9A-9E7C-E356F32ED285}" destId="{B592938A-6303-403E-B22B-B6ABB43FDC8B}" srcOrd="0" destOrd="0" presId="urn:microsoft.com/office/officeart/2005/8/layout/vList2"/>
    <dgm:cxn modelId="{89A7E5E6-57DD-43BE-A668-D95EFE1EB159}" srcId="{5AA72232-6744-4B9A-9E7C-E356F32ED285}" destId="{B46A4717-C63E-4BDE-852A-382B275C4638}" srcOrd="0" destOrd="0" parTransId="{4AFD0B15-4E6B-467E-96F7-48A8B622838A}" sibTransId="{50AE0731-225E-489A-8CD3-10180C0D2F27}"/>
    <dgm:cxn modelId="{A3F6C3E4-4C30-4C4F-A8B5-3EDCFC19A066}" type="presParOf" srcId="{B592938A-6303-403E-B22B-B6ABB43FDC8B}" destId="{536107FA-EDCD-4E16-95ED-8D625FE68963}" srcOrd="0" destOrd="0" presId="urn:microsoft.com/office/officeart/2005/8/layout/vList2"/>
    <dgm:cxn modelId="{48E9BBE6-2371-4156-9017-307B23112C69}" type="presParOf" srcId="{B592938A-6303-403E-B22B-B6ABB43FDC8B}" destId="{5AE26C29-4D57-4701-BD80-72A5DA9F046F}" srcOrd="1" destOrd="0" presId="urn:microsoft.com/office/officeart/2005/8/layout/vList2"/>
    <dgm:cxn modelId="{A80841BB-CA56-4E50-B225-F94B06F31760}" type="presParOf" srcId="{B592938A-6303-403E-B22B-B6ABB43FDC8B}" destId="{A42B927A-FE17-4347-A23C-724DE8C3021D}" srcOrd="2" destOrd="0" presId="urn:microsoft.com/office/officeart/2005/8/layout/vList2"/>
    <dgm:cxn modelId="{83BFA851-165E-4789-BC8B-F933047537D4}" type="presParOf" srcId="{B592938A-6303-403E-B22B-B6ABB43FDC8B}" destId="{D1ABF368-17D6-4EBE-8AA6-C20B2C1A33CE}" srcOrd="3" destOrd="0" presId="urn:microsoft.com/office/officeart/2005/8/layout/vList2"/>
    <dgm:cxn modelId="{89001F6A-4D0D-4108-A929-A4AEB9C58478}" type="presParOf" srcId="{B592938A-6303-403E-B22B-B6ABB43FDC8B}" destId="{35CF2B31-22C5-41B6-836C-7C658038711A}"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D4A227-C690-452C-AA2C-B3A2C9F0320C}"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A8664F2-8E20-42E7-89C4-6E520A58673C}">
      <dgm:prSet/>
      <dgm:spPr/>
      <dgm:t>
        <a:bodyPr/>
        <a:lstStyle/>
        <a:p>
          <a:r>
            <a:rPr lang="en-US"/>
            <a:t>We built this using </a:t>
          </a:r>
          <a:r>
            <a:rPr lang="en-US" b="1">
              <a:hlinkClick xmlns:r="http://schemas.openxmlformats.org/officeDocument/2006/relationships" r:id="rId1"/>
            </a:rPr>
            <a:t>ASP.NET</a:t>
          </a:r>
          <a:r>
            <a:rPr lang="en-US" b="1"/>
            <a:t> Core MVC</a:t>
          </a:r>
          <a:r>
            <a:rPr lang="en-US"/>
            <a:t> pattern - this separates the database models, business logic in controllers, and user interface in views"</a:t>
          </a:r>
        </a:p>
      </dgm:t>
    </dgm:pt>
    <dgm:pt modelId="{7025424D-47AD-488F-BB82-F1C9EF8EC703}" type="parTrans" cxnId="{D1D9B053-72FC-4C92-A278-E21152D518F7}">
      <dgm:prSet/>
      <dgm:spPr/>
      <dgm:t>
        <a:bodyPr/>
        <a:lstStyle/>
        <a:p>
          <a:endParaRPr lang="en-US"/>
        </a:p>
      </dgm:t>
    </dgm:pt>
    <dgm:pt modelId="{94200877-53F4-48F2-A5DD-CAE7B98BB7F0}" type="sibTrans" cxnId="{D1D9B053-72FC-4C92-A278-E21152D518F7}">
      <dgm:prSet/>
      <dgm:spPr/>
      <dgm:t>
        <a:bodyPr/>
        <a:lstStyle/>
        <a:p>
          <a:endParaRPr lang="en-US"/>
        </a:p>
      </dgm:t>
    </dgm:pt>
    <dgm:pt modelId="{209E3DD9-0006-4C9F-A9E3-581DA00A2A80}">
      <dgm:prSet/>
      <dgm:spPr/>
      <dgm:t>
        <a:bodyPr/>
        <a:lstStyle/>
        <a:p>
          <a:r>
            <a:rPr lang="en-US" b="1"/>
            <a:t>Why MVC?</a:t>
          </a:r>
          <a:r>
            <a:rPr lang="en-US"/>
            <a:t> It makes the code organized and maintainable - if we need to change the database, we don't have to touch the user interface</a:t>
          </a:r>
        </a:p>
      </dgm:t>
    </dgm:pt>
    <dgm:pt modelId="{5807CD29-E514-4638-86B7-AEA16ADFC07C}" type="parTrans" cxnId="{F88CBAB4-9FB9-4C35-BC9E-6A9AFEFA6E4F}">
      <dgm:prSet/>
      <dgm:spPr/>
      <dgm:t>
        <a:bodyPr/>
        <a:lstStyle/>
        <a:p>
          <a:endParaRPr lang="en-US"/>
        </a:p>
      </dgm:t>
    </dgm:pt>
    <dgm:pt modelId="{974C485A-FE6A-44F2-B4CC-75A939977E64}" type="sibTrans" cxnId="{F88CBAB4-9FB9-4C35-BC9E-6A9AFEFA6E4F}">
      <dgm:prSet/>
      <dgm:spPr/>
      <dgm:t>
        <a:bodyPr/>
        <a:lstStyle/>
        <a:p>
          <a:endParaRPr lang="en-US"/>
        </a:p>
      </dgm:t>
    </dgm:pt>
    <dgm:pt modelId="{503341DB-902C-4BEB-98BE-2BDB46E5EB78}">
      <dgm:prSet/>
      <dgm:spPr/>
      <dgm:t>
        <a:bodyPr/>
        <a:lstStyle/>
        <a:p>
          <a:r>
            <a:rPr lang="en-US" b="1"/>
            <a:t>Session-based authentication</a:t>
          </a:r>
          <a:r>
            <a:rPr lang="en-US"/>
            <a:t> means when users login, we store their role and ID in temporary server memory  this controls what they can see and do</a:t>
          </a:r>
        </a:p>
      </dgm:t>
    </dgm:pt>
    <dgm:pt modelId="{54DF5FA1-E9C1-4775-ABC2-43C841C26A12}" type="parTrans" cxnId="{25120E6F-8602-4036-A185-994AC7464863}">
      <dgm:prSet/>
      <dgm:spPr/>
      <dgm:t>
        <a:bodyPr/>
        <a:lstStyle/>
        <a:p>
          <a:endParaRPr lang="en-US"/>
        </a:p>
      </dgm:t>
    </dgm:pt>
    <dgm:pt modelId="{12EDD234-9B42-4C94-8F6A-BB6E67D936C5}" type="sibTrans" cxnId="{25120E6F-8602-4036-A185-994AC7464863}">
      <dgm:prSet/>
      <dgm:spPr/>
      <dgm:t>
        <a:bodyPr/>
        <a:lstStyle/>
        <a:p>
          <a:endParaRPr lang="en-US"/>
        </a:p>
      </dgm:t>
    </dgm:pt>
    <dgm:pt modelId="{C38917D6-31FB-4AE5-AEE1-0BDC5AB61816}">
      <dgm:prSet/>
      <dgm:spPr/>
      <dgm:t>
        <a:bodyPr/>
        <a:lstStyle/>
        <a:p>
          <a:r>
            <a:rPr lang="en-US" b="1"/>
            <a:t>Micro APIs</a:t>
          </a:r>
          <a:r>
            <a:rPr lang="en-US"/>
            <a:t> are small, focused services that handle specific tasks like calculations - this makes the system more reliable</a:t>
          </a:r>
        </a:p>
      </dgm:t>
    </dgm:pt>
    <dgm:pt modelId="{70FAAEF9-1E0E-44B8-894C-49898B093965}" type="parTrans" cxnId="{40D4F9AB-A444-4AB6-8028-5396F166C7B8}">
      <dgm:prSet/>
      <dgm:spPr/>
      <dgm:t>
        <a:bodyPr/>
        <a:lstStyle/>
        <a:p>
          <a:endParaRPr lang="en-US"/>
        </a:p>
      </dgm:t>
    </dgm:pt>
    <dgm:pt modelId="{15F59F7F-7DDE-46CE-AB47-829A22ADAC69}" type="sibTrans" cxnId="{40D4F9AB-A444-4AB6-8028-5396F166C7B8}">
      <dgm:prSet/>
      <dgm:spPr/>
      <dgm:t>
        <a:bodyPr/>
        <a:lstStyle/>
        <a:p>
          <a:endParaRPr lang="en-US"/>
        </a:p>
      </dgm:t>
    </dgm:pt>
    <dgm:pt modelId="{EC85298B-9DD6-4B74-A82B-63F757B86D64}" type="pres">
      <dgm:prSet presAssocID="{90D4A227-C690-452C-AA2C-B3A2C9F0320C}" presName="root" presStyleCnt="0">
        <dgm:presLayoutVars>
          <dgm:dir/>
          <dgm:resizeHandles val="exact"/>
        </dgm:presLayoutVars>
      </dgm:prSet>
      <dgm:spPr/>
    </dgm:pt>
    <dgm:pt modelId="{C7B43BD2-E644-449F-8451-8E5E346F776D}" type="pres">
      <dgm:prSet presAssocID="{90D4A227-C690-452C-AA2C-B3A2C9F0320C}" presName="container" presStyleCnt="0">
        <dgm:presLayoutVars>
          <dgm:dir/>
          <dgm:resizeHandles val="exact"/>
        </dgm:presLayoutVars>
      </dgm:prSet>
      <dgm:spPr/>
    </dgm:pt>
    <dgm:pt modelId="{5C417F22-7D2E-404E-9E5F-38A7FEF5B5D6}" type="pres">
      <dgm:prSet presAssocID="{AA8664F2-8E20-42E7-89C4-6E520A58673C}" presName="compNode" presStyleCnt="0"/>
      <dgm:spPr/>
    </dgm:pt>
    <dgm:pt modelId="{00E756CC-7D13-47AA-AD57-F2DDC5DB5BF5}" type="pres">
      <dgm:prSet presAssocID="{AA8664F2-8E20-42E7-89C4-6E520A58673C}" presName="iconBgRect" presStyleLbl="bgShp" presStyleIdx="0" presStyleCnt="4"/>
      <dgm:spPr/>
    </dgm:pt>
    <dgm:pt modelId="{40EFA723-8DB3-4C0B-B709-9358E881D31B}" type="pres">
      <dgm:prSet presAssocID="{AA8664F2-8E20-42E7-89C4-6E520A58673C}" presName="iconRect" presStyleLbl="node1" presStyleIdx="0" presStyleCnt="4"/>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atabase"/>
        </a:ext>
      </dgm:extLst>
    </dgm:pt>
    <dgm:pt modelId="{98305D2C-999C-454B-845E-3EFBDE83AC71}" type="pres">
      <dgm:prSet presAssocID="{AA8664F2-8E20-42E7-89C4-6E520A58673C}" presName="spaceRect" presStyleCnt="0"/>
      <dgm:spPr/>
    </dgm:pt>
    <dgm:pt modelId="{81C981A7-2E0C-4F78-8A90-B297832C3824}" type="pres">
      <dgm:prSet presAssocID="{AA8664F2-8E20-42E7-89C4-6E520A58673C}" presName="textRect" presStyleLbl="revTx" presStyleIdx="0" presStyleCnt="4">
        <dgm:presLayoutVars>
          <dgm:chMax val="1"/>
          <dgm:chPref val="1"/>
        </dgm:presLayoutVars>
      </dgm:prSet>
      <dgm:spPr/>
    </dgm:pt>
    <dgm:pt modelId="{FFE11B72-1CBD-499D-916F-304E8AADA44E}" type="pres">
      <dgm:prSet presAssocID="{94200877-53F4-48F2-A5DD-CAE7B98BB7F0}" presName="sibTrans" presStyleLbl="sibTrans2D1" presStyleIdx="0" presStyleCnt="0"/>
      <dgm:spPr/>
    </dgm:pt>
    <dgm:pt modelId="{F1976824-4657-44E6-9D99-01FFA37F53E5}" type="pres">
      <dgm:prSet presAssocID="{209E3DD9-0006-4C9F-A9E3-581DA00A2A80}" presName="compNode" presStyleCnt="0"/>
      <dgm:spPr/>
    </dgm:pt>
    <dgm:pt modelId="{444E4B5C-EB5A-4419-9775-2AD0668D7EC3}" type="pres">
      <dgm:prSet presAssocID="{209E3DD9-0006-4C9F-A9E3-581DA00A2A80}" presName="iconBgRect" presStyleLbl="bgShp" presStyleIdx="1" presStyleCnt="4"/>
      <dgm:spPr/>
    </dgm:pt>
    <dgm:pt modelId="{51401191-B09C-4951-9B89-288817F6A54F}" type="pres">
      <dgm:prSet presAssocID="{209E3DD9-0006-4C9F-A9E3-581DA00A2A80}" presName="iconRect" presStyleLbl="node1" presStyleIdx="1" presStyleCnt="4"/>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Flowchart"/>
        </a:ext>
      </dgm:extLst>
    </dgm:pt>
    <dgm:pt modelId="{ACDEB789-FBE7-48A5-88D8-469E0EEE33FE}" type="pres">
      <dgm:prSet presAssocID="{209E3DD9-0006-4C9F-A9E3-581DA00A2A80}" presName="spaceRect" presStyleCnt="0"/>
      <dgm:spPr/>
    </dgm:pt>
    <dgm:pt modelId="{6F68E477-4D84-49E9-8B13-22AA599F79F7}" type="pres">
      <dgm:prSet presAssocID="{209E3DD9-0006-4C9F-A9E3-581DA00A2A80}" presName="textRect" presStyleLbl="revTx" presStyleIdx="1" presStyleCnt="4">
        <dgm:presLayoutVars>
          <dgm:chMax val="1"/>
          <dgm:chPref val="1"/>
        </dgm:presLayoutVars>
      </dgm:prSet>
      <dgm:spPr/>
    </dgm:pt>
    <dgm:pt modelId="{B8C0B602-317E-4F43-8975-7D1E5E380F05}" type="pres">
      <dgm:prSet presAssocID="{974C485A-FE6A-44F2-B4CC-75A939977E64}" presName="sibTrans" presStyleLbl="sibTrans2D1" presStyleIdx="0" presStyleCnt="0"/>
      <dgm:spPr/>
    </dgm:pt>
    <dgm:pt modelId="{A1C16C68-9332-4521-8876-A4C7A0D699F5}" type="pres">
      <dgm:prSet presAssocID="{503341DB-902C-4BEB-98BE-2BDB46E5EB78}" presName="compNode" presStyleCnt="0"/>
      <dgm:spPr/>
    </dgm:pt>
    <dgm:pt modelId="{22DB518B-C3D2-4570-ACB9-172B7482ACCE}" type="pres">
      <dgm:prSet presAssocID="{503341DB-902C-4BEB-98BE-2BDB46E5EB78}" presName="iconBgRect" presStyleLbl="bgShp" presStyleIdx="2" presStyleCnt="4"/>
      <dgm:spPr/>
    </dgm:pt>
    <dgm:pt modelId="{FA1B31BF-1106-404E-B2FC-0182D8FC15B7}" type="pres">
      <dgm:prSet presAssocID="{503341DB-902C-4BEB-98BE-2BDB46E5EB78}" presName="iconRect" presStyleLbl="node1" presStyleIdx="2"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Unlock"/>
        </a:ext>
      </dgm:extLst>
    </dgm:pt>
    <dgm:pt modelId="{5B55CEDF-5F9D-429F-BDA8-3DF4AEA2F521}" type="pres">
      <dgm:prSet presAssocID="{503341DB-902C-4BEB-98BE-2BDB46E5EB78}" presName="spaceRect" presStyleCnt="0"/>
      <dgm:spPr/>
    </dgm:pt>
    <dgm:pt modelId="{684F2B60-885D-4FBF-8BA6-227A3E99F1A6}" type="pres">
      <dgm:prSet presAssocID="{503341DB-902C-4BEB-98BE-2BDB46E5EB78}" presName="textRect" presStyleLbl="revTx" presStyleIdx="2" presStyleCnt="4">
        <dgm:presLayoutVars>
          <dgm:chMax val="1"/>
          <dgm:chPref val="1"/>
        </dgm:presLayoutVars>
      </dgm:prSet>
      <dgm:spPr/>
    </dgm:pt>
    <dgm:pt modelId="{EA119A9F-3915-4EB4-88C6-B1AE615D823C}" type="pres">
      <dgm:prSet presAssocID="{12EDD234-9B42-4C94-8F6A-BB6E67D936C5}" presName="sibTrans" presStyleLbl="sibTrans2D1" presStyleIdx="0" presStyleCnt="0"/>
      <dgm:spPr/>
    </dgm:pt>
    <dgm:pt modelId="{FD793347-95C3-4984-9CB5-321E0CFA1499}" type="pres">
      <dgm:prSet presAssocID="{C38917D6-31FB-4AE5-AEE1-0BDC5AB61816}" presName="compNode" presStyleCnt="0"/>
      <dgm:spPr/>
    </dgm:pt>
    <dgm:pt modelId="{211DB3BF-A8DF-478C-A776-D2AFB7A9D6C4}" type="pres">
      <dgm:prSet presAssocID="{C38917D6-31FB-4AE5-AEE1-0BDC5AB61816}" presName="iconBgRect" presStyleLbl="bgShp" presStyleIdx="3" presStyleCnt="4"/>
      <dgm:spPr/>
    </dgm:pt>
    <dgm:pt modelId="{9C80F5A3-CF34-4568-91D4-26C5AB7500CE}" type="pres">
      <dgm:prSet presAssocID="{C38917D6-31FB-4AE5-AEE1-0BDC5AB61816}" presName="iconRect" presStyleLbl="node1" presStyleIdx="3" presStyleCnt="4"/>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Processor"/>
        </a:ext>
      </dgm:extLst>
    </dgm:pt>
    <dgm:pt modelId="{4B1D952D-871A-4049-93B7-1476C330A4B5}" type="pres">
      <dgm:prSet presAssocID="{C38917D6-31FB-4AE5-AEE1-0BDC5AB61816}" presName="spaceRect" presStyleCnt="0"/>
      <dgm:spPr/>
    </dgm:pt>
    <dgm:pt modelId="{EE522037-F40F-4F82-805E-E093B83A0F36}" type="pres">
      <dgm:prSet presAssocID="{C38917D6-31FB-4AE5-AEE1-0BDC5AB61816}" presName="textRect" presStyleLbl="revTx" presStyleIdx="3" presStyleCnt="4">
        <dgm:presLayoutVars>
          <dgm:chMax val="1"/>
          <dgm:chPref val="1"/>
        </dgm:presLayoutVars>
      </dgm:prSet>
      <dgm:spPr/>
    </dgm:pt>
  </dgm:ptLst>
  <dgm:cxnLst>
    <dgm:cxn modelId="{E987CA68-4E33-44AA-B8DC-F9E02BE33903}" type="presOf" srcId="{94200877-53F4-48F2-A5DD-CAE7B98BB7F0}" destId="{FFE11B72-1CBD-499D-916F-304E8AADA44E}" srcOrd="0" destOrd="0" presId="urn:microsoft.com/office/officeart/2018/2/layout/IconCircleList"/>
    <dgm:cxn modelId="{25120E6F-8602-4036-A185-994AC7464863}" srcId="{90D4A227-C690-452C-AA2C-B3A2C9F0320C}" destId="{503341DB-902C-4BEB-98BE-2BDB46E5EB78}" srcOrd="2" destOrd="0" parTransId="{54DF5FA1-E9C1-4775-ABC2-43C841C26A12}" sibTransId="{12EDD234-9B42-4C94-8F6A-BB6E67D936C5}"/>
    <dgm:cxn modelId="{D1D9B053-72FC-4C92-A278-E21152D518F7}" srcId="{90D4A227-C690-452C-AA2C-B3A2C9F0320C}" destId="{AA8664F2-8E20-42E7-89C4-6E520A58673C}" srcOrd="0" destOrd="0" parTransId="{7025424D-47AD-488F-BB82-F1C9EF8EC703}" sibTransId="{94200877-53F4-48F2-A5DD-CAE7B98BB7F0}"/>
    <dgm:cxn modelId="{22A8A156-9367-4035-AC92-858F84739112}" type="presOf" srcId="{12EDD234-9B42-4C94-8F6A-BB6E67D936C5}" destId="{EA119A9F-3915-4EB4-88C6-B1AE615D823C}" srcOrd="0" destOrd="0" presId="urn:microsoft.com/office/officeart/2018/2/layout/IconCircleList"/>
    <dgm:cxn modelId="{7388AA87-97C5-41AB-9994-8E8F34F2F0E2}" type="presOf" srcId="{974C485A-FE6A-44F2-B4CC-75A939977E64}" destId="{B8C0B602-317E-4F43-8975-7D1E5E380F05}" srcOrd="0" destOrd="0" presId="urn:microsoft.com/office/officeart/2018/2/layout/IconCircleList"/>
    <dgm:cxn modelId="{D0A4DA95-AC2B-410B-919E-25ED42C7C256}" type="presOf" srcId="{209E3DD9-0006-4C9F-A9E3-581DA00A2A80}" destId="{6F68E477-4D84-49E9-8B13-22AA599F79F7}" srcOrd="0" destOrd="0" presId="urn:microsoft.com/office/officeart/2018/2/layout/IconCircleList"/>
    <dgm:cxn modelId="{40D4F9AB-A444-4AB6-8028-5396F166C7B8}" srcId="{90D4A227-C690-452C-AA2C-B3A2C9F0320C}" destId="{C38917D6-31FB-4AE5-AEE1-0BDC5AB61816}" srcOrd="3" destOrd="0" parTransId="{70FAAEF9-1E0E-44B8-894C-49898B093965}" sibTransId="{15F59F7F-7DDE-46CE-AB47-829A22ADAC69}"/>
    <dgm:cxn modelId="{F88CBAB4-9FB9-4C35-BC9E-6A9AFEFA6E4F}" srcId="{90D4A227-C690-452C-AA2C-B3A2C9F0320C}" destId="{209E3DD9-0006-4C9F-A9E3-581DA00A2A80}" srcOrd="1" destOrd="0" parTransId="{5807CD29-E514-4638-86B7-AEA16ADFC07C}" sibTransId="{974C485A-FE6A-44F2-B4CC-75A939977E64}"/>
    <dgm:cxn modelId="{492AE5CF-BBB9-45F7-AE88-525D6D12FBBB}" type="presOf" srcId="{AA8664F2-8E20-42E7-89C4-6E520A58673C}" destId="{81C981A7-2E0C-4F78-8A90-B297832C3824}" srcOrd="0" destOrd="0" presId="urn:microsoft.com/office/officeart/2018/2/layout/IconCircleList"/>
    <dgm:cxn modelId="{2EF2EDD0-A2B2-46C6-BDED-A0C7780FD537}" type="presOf" srcId="{90D4A227-C690-452C-AA2C-B3A2C9F0320C}" destId="{EC85298B-9DD6-4B74-A82B-63F757B86D64}" srcOrd="0" destOrd="0" presId="urn:microsoft.com/office/officeart/2018/2/layout/IconCircleList"/>
    <dgm:cxn modelId="{FAC5E5D9-F12C-4E2A-95EB-77E331714E6E}" type="presOf" srcId="{503341DB-902C-4BEB-98BE-2BDB46E5EB78}" destId="{684F2B60-885D-4FBF-8BA6-227A3E99F1A6}" srcOrd="0" destOrd="0" presId="urn:microsoft.com/office/officeart/2018/2/layout/IconCircleList"/>
    <dgm:cxn modelId="{DCB307F2-BAAE-40AE-8BD8-ED6A4B1E3069}" type="presOf" srcId="{C38917D6-31FB-4AE5-AEE1-0BDC5AB61816}" destId="{EE522037-F40F-4F82-805E-E093B83A0F36}" srcOrd="0" destOrd="0" presId="urn:microsoft.com/office/officeart/2018/2/layout/IconCircleList"/>
    <dgm:cxn modelId="{8904A0DD-F776-4D0F-9EE8-25CCAD1D1206}" type="presParOf" srcId="{EC85298B-9DD6-4B74-A82B-63F757B86D64}" destId="{C7B43BD2-E644-449F-8451-8E5E346F776D}" srcOrd="0" destOrd="0" presId="urn:microsoft.com/office/officeart/2018/2/layout/IconCircleList"/>
    <dgm:cxn modelId="{C60AB2EF-9F18-4A91-99DD-F5F32882270B}" type="presParOf" srcId="{C7B43BD2-E644-449F-8451-8E5E346F776D}" destId="{5C417F22-7D2E-404E-9E5F-38A7FEF5B5D6}" srcOrd="0" destOrd="0" presId="urn:microsoft.com/office/officeart/2018/2/layout/IconCircleList"/>
    <dgm:cxn modelId="{90527A21-1B52-4A71-9D74-DE5891DB1DCA}" type="presParOf" srcId="{5C417F22-7D2E-404E-9E5F-38A7FEF5B5D6}" destId="{00E756CC-7D13-47AA-AD57-F2DDC5DB5BF5}" srcOrd="0" destOrd="0" presId="urn:microsoft.com/office/officeart/2018/2/layout/IconCircleList"/>
    <dgm:cxn modelId="{BAAF695C-5D33-461D-A444-54FA450A5BB5}" type="presParOf" srcId="{5C417F22-7D2E-404E-9E5F-38A7FEF5B5D6}" destId="{40EFA723-8DB3-4C0B-B709-9358E881D31B}" srcOrd="1" destOrd="0" presId="urn:microsoft.com/office/officeart/2018/2/layout/IconCircleList"/>
    <dgm:cxn modelId="{6C19FF0D-8DC8-4CB1-90AE-E08DF553B1DC}" type="presParOf" srcId="{5C417F22-7D2E-404E-9E5F-38A7FEF5B5D6}" destId="{98305D2C-999C-454B-845E-3EFBDE83AC71}" srcOrd="2" destOrd="0" presId="urn:microsoft.com/office/officeart/2018/2/layout/IconCircleList"/>
    <dgm:cxn modelId="{631C0207-546E-4821-BB7A-C75F6405E55B}" type="presParOf" srcId="{5C417F22-7D2E-404E-9E5F-38A7FEF5B5D6}" destId="{81C981A7-2E0C-4F78-8A90-B297832C3824}" srcOrd="3" destOrd="0" presId="urn:microsoft.com/office/officeart/2018/2/layout/IconCircleList"/>
    <dgm:cxn modelId="{E5078719-5775-4DE3-A518-8CA8DBEC8CFB}" type="presParOf" srcId="{C7B43BD2-E644-449F-8451-8E5E346F776D}" destId="{FFE11B72-1CBD-499D-916F-304E8AADA44E}" srcOrd="1" destOrd="0" presId="urn:microsoft.com/office/officeart/2018/2/layout/IconCircleList"/>
    <dgm:cxn modelId="{C6B0FA96-0743-48CD-B72D-000971A84040}" type="presParOf" srcId="{C7B43BD2-E644-449F-8451-8E5E346F776D}" destId="{F1976824-4657-44E6-9D99-01FFA37F53E5}" srcOrd="2" destOrd="0" presId="urn:microsoft.com/office/officeart/2018/2/layout/IconCircleList"/>
    <dgm:cxn modelId="{54CA720C-863E-45B0-819A-DF4490E05261}" type="presParOf" srcId="{F1976824-4657-44E6-9D99-01FFA37F53E5}" destId="{444E4B5C-EB5A-4419-9775-2AD0668D7EC3}" srcOrd="0" destOrd="0" presId="urn:microsoft.com/office/officeart/2018/2/layout/IconCircleList"/>
    <dgm:cxn modelId="{EC21E190-8A03-4952-8800-8899934F1854}" type="presParOf" srcId="{F1976824-4657-44E6-9D99-01FFA37F53E5}" destId="{51401191-B09C-4951-9B89-288817F6A54F}" srcOrd="1" destOrd="0" presId="urn:microsoft.com/office/officeart/2018/2/layout/IconCircleList"/>
    <dgm:cxn modelId="{DA329516-30B0-4A46-A906-E995EC6381A5}" type="presParOf" srcId="{F1976824-4657-44E6-9D99-01FFA37F53E5}" destId="{ACDEB789-FBE7-48A5-88D8-469E0EEE33FE}" srcOrd="2" destOrd="0" presId="urn:microsoft.com/office/officeart/2018/2/layout/IconCircleList"/>
    <dgm:cxn modelId="{A469C247-5EB0-49A4-9F98-AD8162DCBBF4}" type="presParOf" srcId="{F1976824-4657-44E6-9D99-01FFA37F53E5}" destId="{6F68E477-4D84-49E9-8B13-22AA599F79F7}" srcOrd="3" destOrd="0" presId="urn:microsoft.com/office/officeart/2018/2/layout/IconCircleList"/>
    <dgm:cxn modelId="{27CA0F62-E2B8-4BFB-B558-1A5FD604900E}" type="presParOf" srcId="{C7B43BD2-E644-449F-8451-8E5E346F776D}" destId="{B8C0B602-317E-4F43-8975-7D1E5E380F05}" srcOrd="3" destOrd="0" presId="urn:microsoft.com/office/officeart/2018/2/layout/IconCircleList"/>
    <dgm:cxn modelId="{AB922816-1C8C-4F45-AF97-ACCF7F0B002D}" type="presParOf" srcId="{C7B43BD2-E644-449F-8451-8E5E346F776D}" destId="{A1C16C68-9332-4521-8876-A4C7A0D699F5}" srcOrd="4" destOrd="0" presId="urn:microsoft.com/office/officeart/2018/2/layout/IconCircleList"/>
    <dgm:cxn modelId="{323B6B16-15CC-4584-A55F-830EEB3C1111}" type="presParOf" srcId="{A1C16C68-9332-4521-8876-A4C7A0D699F5}" destId="{22DB518B-C3D2-4570-ACB9-172B7482ACCE}" srcOrd="0" destOrd="0" presId="urn:microsoft.com/office/officeart/2018/2/layout/IconCircleList"/>
    <dgm:cxn modelId="{8D9FD732-C2ED-47F9-83C0-4AE7C018CE16}" type="presParOf" srcId="{A1C16C68-9332-4521-8876-A4C7A0D699F5}" destId="{FA1B31BF-1106-404E-B2FC-0182D8FC15B7}" srcOrd="1" destOrd="0" presId="urn:microsoft.com/office/officeart/2018/2/layout/IconCircleList"/>
    <dgm:cxn modelId="{6601F103-EBF5-410E-A15D-94379EB9779D}" type="presParOf" srcId="{A1C16C68-9332-4521-8876-A4C7A0D699F5}" destId="{5B55CEDF-5F9D-429F-BDA8-3DF4AEA2F521}" srcOrd="2" destOrd="0" presId="urn:microsoft.com/office/officeart/2018/2/layout/IconCircleList"/>
    <dgm:cxn modelId="{9E8D992B-13AD-4605-AF5D-AC258600743F}" type="presParOf" srcId="{A1C16C68-9332-4521-8876-A4C7A0D699F5}" destId="{684F2B60-885D-4FBF-8BA6-227A3E99F1A6}" srcOrd="3" destOrd="0" presId="urn:microsoft.com/office/officeart/2018/2/layout/IconCircleList"/>
    <dgm:cxn modelId="{274AD572-75F6-40A6-B7C6-1BED4DADE206}" type="presParOf" srcId="{C7B43BD2-E644-449F-8451-8E5E346F776D}" destId="{EA119A9F-3915-4EB4-88C6-B1AE615D823C}" srcOrd="5" destOrd="0" presId="urn:microsoft.com/office/officeart/2018/2/layout/IconCircleList"/>
    <dgm:cxn modelId="{8B999A85-8D70-4A13-B98D-6FD1DDF1ACDF}" type="presParOf" srcId="{C7B43BD2-E644-449F-8451-8E5E346F776D}" destId="{FD793347-95C3-4984-9CB5-321E0CFA1499}" srcOrd="6" destOrd="0" presId="urn:microsoft.com/office/officeart/2018/2/layout/IconCircleList"/>
    <dgm:cxn modelId="{4EDBD702-5190-4D5B-8DA7-2592F39BDA6D}" type="presParOf" srcId="{FD793347-95C3-4984-9CB5-321E0CFA1499}" destId="{211DB3BF-A8DF-478C-A776-D2AFB7A9D6C4}" srcOrd="0" destOrd="0" presId="urn:microsoft.com/office/officeart/2018/2/layout/IconCircleList"/>
    <dgm:cxn modelId="{E9C71D0C-F13D-4ACF-A4B2-E6F696C2359F}" type="presParOf" srcId="{FD793347-95C3-4984-9CB5-321E0CFA1499}" destId="{9C80F5A3-CF34-4568-91D4-26C5AB7500CE}" srcOrd="1" destOrd="0" presId="urn:microsoft.com/office/officeart/2018/2/layout/IconCircleList"/>
    <dgm:cxn modelId="{A141C25A-19AA-408D-85D3-FA2EDD287225}" type="presParOf" srcId="{FD793347-95C3-4984-9CB5-321E0CFA1499}" destId="{4B1D952D-871A-4049-93B7-1476C330A4B5}" srcOrd="2" destOrd="0" presId="urn:microsoft.com/office/officeart/2018/2/layout/IconCircleList"/>
    <dgm:cxn modelId="{089C2AFC-A9AF-4149-9C2D-C4A1C88619DE}" type="presParOf" srcId="{FD793347-95C3-4984-9CB5-321E0CFA1499}" destId="{EE522037-F40F-4F82-805E-E093B83A0F3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113E4E3-28F1-41EF-A66E-8B407C8AE554}"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EC5C1138-EFB5-4323-B2B7-5CCDA22AA4B0}">
      <dgm:prSet/>
      <dgm:spPr/>
      <dgm:t>
        <a:bodyPr/>
        <a:lstStyle/>
        <a:p>
          <a:pPr>
            <a:lnSpc>
              <a:spcPct val="100000"/>
            </a:lnSpc>
            <a:defRPr cap="all"/>
          </a:pPr>
          <a:r>
            <a:rPr lang="en-US"/>
            <a:t>We have two main tables: </a:t>
          </a:r>
          <a:r>
            <a:rPr lang="en-US" b="1"/>
            <a:t>Users</a:t>
          </a:r>
          <a:r>
            <a:rPr lang="en-US"/>
            <a:t> and </a:t>
          </a:r>
          <a:r>
            <a:rPr lang="en-US" b="1"/>
            <a:t>Claims</a:t>
          </a:r>
          <a:endParaRPr lang="en-US" dirty="0"/>
        </a:p>
      </dgm:t>
    </dgm:pt>
    <dgm:pt modelId="{B1FB2686-119F-4188-BA92-C011E26A12AA}" type="parTrans" cxnId="{9FE52428-9AEA-4C95-8AF5-E9BB3779A87D}">
      <dgm:prSet/>
      <dgm:spPr/>
      <dgm:t>
        <a:bodyPr/>
        <a:lstStyle/>
        <a:p>
          <a:endParaRPr lang="en-US"/>
        </a:p>
      </dgm:t>
    </dgm:pt>
    <dgm:pt modelId="{4CB409F2-A76D-447B-8DFC-8BF2ED463BFA}" type="sibTrans" cxnId="{9FE52428-9AEA-4C95-8AF5-E9BB3779A87D}">
      <dgm:prSet/>
      <dgm:spPr/>
      <dgm:t>
        <a:bodyPr/>
        <a:lstStyle/>
        <a:p>
          <a:pPr>
            <a:lnSpc>
              <a:spcPct val="100000"/>
            </a:lnSpc>
          </a:pPr>
          <a:endParaRPr lang="en-US"/>
        </a:p>
      </dgm:t>
    </dgm:pt>
    <dgm:pt modelId="{836ABDAD-DC79-4F93-9034-1581CDB65E7F}">
      <dgm:prSet/>
      <dgm:spPr/>
      <dgm:t>
        <a:bodyPr/>
        <a:lstStyle/>
        <a:p>
          <a:pPr>
            <a:lnSpc>
              <a:spcPct val="100000"/>
            </a:lnSpc>
            <a:defRPr cap="all"/>
          </a:pPr>
          <a:r>
            <a:rPr lang="en-US"/>
            <a:t>he </a:t>
          </a:r>
          <a:r>
            <a:rPr lang="en-US" b="1"/>
            <a:t>Users table</a:t>
          </a:r>
          <a:r>
            <a:rPr lang="en-US"/>
            <a:t> stores: Employee ID, Name, Role, and importantly for lecturers - their </a:t>
          </a:r>
          <a:r>
            <a:rPr lang="en-US" b="1"/>
            <a:t>Hourly Rate</a:t>
          </a:r>
          <a:r>
            <a:rPr lang="en-US"/>
            <a:t> set by HR</a:t>
          </a:r>
          <a:endParaRPr lang="en-US" dirty="0"/>
        </a:p>
      </dgm:t>
    </dgm:pt>
    <dgm:pt modelId="{0BFB64DD-0B4C-48CC-87C3-C121266F4CE2}" type="parTrans" cxnId="{1F6A9CB2-073B-46DD-B8D2-FD7B7BFD5824}">
      <dgm:prSet/>
      <dgm:spPr/>
      <dgm:t>
        <a:bodyPr/>
        <a:lstStyle/>
        <a:p>
          <a:endParaRPr lang="en-US"/>
        </a:p>
      </dgm:t>
    </dgm:pt>
    <dgm:pt modelId="{43A11C17-9D0F-4F87-9D5C-E195D2F32E92}" type="sibTrans" cxnId="{1F6A9CB2-073B-46DD-B8D2-FD7B7BFD5824}">
      <dgm:prSet/>
      <dgm:spPr/>
      <dgm:t>
        <a:bodyPr/>
        <a:lstStyle/>
        <a:p>
          <a:pPr>
            <a:lnSpc>
              <a:spcPct val="100000"/>
            </a:lnSpc>
          </a:pPr>
          <a:endParaRPr lang="en-US"/>
        </a:p>
      </dgm:t>
    </dgm:pt>
    <dgm:pt modelId="{007F7389-1159-4AD1-89CA-683BEFE5D425}">
      <dgm:prSet/>
      <dgm:spPr/>
      <dgm:t>
        <a:bodyPr/>
        <a:lstStyle/>
        <a:p>
          <a:pPr>
            <a:lnSpc>
              <a:spcPct val="100000"/>
            </a:lnSpc>
            <a:defRPr cap="all"/>
          </a:pPr>
          <a:r>
            <a:rPr lang="en-US"/>
            <a:t>The </a:t>
          </a:r>
          <a:r>
            <a:rPr lang="en-US" b="1"/>
            <a:t>Claims table</a:t>
          </a:r>
          <a:r>
            <a:rPr lang="en-US"/>
            <a:t> stores: Hours worked, submission dates, status, and links back to which lecturer submitted it</a:t>
          </a:r>
          <a:endParaRPr lang="en-US" dirty="0"/>
        </a:p>
      </dgm:t>
    </dgm:pt>
    <dgm:pt modelId="{096A11D8-5B4C-4EF8-B727-C4565A9409F8}" type="parTrans" cxnId="{F8F00981-9D26-4F56-8BE8-B2148BF83AFE}">
      <dgm:prSet/>
      <dgm:spPr/>
      <dgm:t>
        <a:bodyPr/>
        <a:lstStyle/>
        <a:p>
          <a:endParaRPr lang="en-US"/>
        </a:p>
      </dgm:t>
    </dgm:pt>
    <dgm:pt modelId="{FC8FA347-855B-46B6-8357-7CE3F065C971}" type="sibTrans" cxnId="{F8F00981-9D26-4F56-8BE8-B2148BF83AFE}">
      <dgm:prSet/>
      <dgm:spPr/>
      <dgm:t>
        <a:bodyPr/>
        <a:lstStyle/>
        <a:p>
          <a:pPr>
            <a:lnSpc>
              <a:spcPct val="100000"/>
            </a:lnSpc>
          </a:pPr>
          <a:endParaRPr lang="en-US"/>
        </a:p>
      </dgm:t>
    </dgm:pt>
    <dgm:pt modelId="{A2289FDD-2465-4763-AA12-F12D09F4AEC5}">
      <dgm:prSet/>
      <dgm:spPr/>
      <dgm:t>
        <a:bodyPr/>
        <a:lstStyle/>
        <a:p>
          <a:pPr>
            <a:lnSpc>
              <a:spcPct val="100000"/>
            </a:lnSpc>
            <a:defRPr cap="all"/>
          </a:pPr>
          <a:r>
            <a:rPr lang="en-US" dirty="0"/>
            <a:t>This relationship means each lecturer can have multiple claims, but each claim belongs to one lecturer</a:t>
          </a:r>
        </a:p>
      </dgm:t>
    </dgm:pt>
    <dgm:pt modelId="{44D07473-EB0B-4750-820A-43528EA3F8FD}" type="parTrans" cxnId="{48DC1205-3E07-4A40-A912-BB6394CC11FD}">
      <dgm:prSet/>
      <dgm:spPr/>
      <dgm:t>
        <a:bodyPr/>
        <a:lstStyle/>
        <a:p>
          <a:endParaRPr lang="en-US"/>
        </a:p>
      </dgm:t>
    </dgm:pt>
    <dgm:pt modelId="{23123C3E-7685-465E-81F6-3090DD52CD63}" type="sibTrans" cxnId="{48DC1205-3E07-4A40-A912-BB6394CC11FD}">
      <dgm:prSet/>
      <dgm:spPr/>
      <dgm:t>
        <a:bodyPr/>
        <a:lstStyle/>
        <a:p>
          <a:endParaRPr lang="en-US"/>
        </a:p>
      </dgm:t>
    </dgm:pt>
    <dgm:pt modelId="{744CBE34-E7CA-4852-BB3C-982DA850F952}" type="pres">
      <dgm:prSet presAssocID="{2113E4E3-28F1-41EF-A66E-8B407C8AE554}" presName="root" presStyleCnt="0">
        <dgm:presLayoutVars>
          <dgm:dir/>
          <dgm:resizeHandles val="exact"/>
        </dgm:presLayoutVars>
      </dgm:prSet>
      <dgm:spPr/>
    </dgm:pt>
    <dgm:pt modelId="{6C000D3A-9CBA-413E-BCE3-93FABCD67D5C}" type="pres">
      <dgm:prSet presAssocID="{EC5C1138-EFB5-4323-B2B7-5CCDA22AA4B0}" presName="compNode" presStyleCnt="0"/>
      <dgm:spPr/>
    </dgm:pt>
    <dgm:pt modelId="{22B6E5D9-C935-48A7-BECD-9CDAA6EFB58C}" type="pres">
      <dgm:prSet presAssocID="{EC5C1138-EFB5-4323-B2B7-5CCDA22AA4B0}" presName="iconBgRect" presStyleLbl="bgShp" presStyleIdx="0" presStyleCnt="4"/>
      <dgm:spPr/>
    </dgm:pt>
    <dgm:pt modelId="{65365B6F-7520-4765-AB8E-8F20A1C8AA17}" type="pres">
      <dgm:prSet presAssocID="{EC5C1138-EFB5-4323-B2B7-5CCDA22AA4B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BA57F641-4023-40AC-AC03-18B71A05B0AE}" type="pres">
      <dgm:prSet presAssocID="{EC5C1138-EFB5-4323-B2B7-5CCDA22AA4B0}" presName="spaceRect" presStyleCnt="0"/>
      <dgm:spPr/>
    </dgm:pt>
    <dgm:pt modelId="{3D25B670-C0C5-4EB0-9536-A02ECDE63AB1}" type="pres">
      <dgm:prSet presAssocID="{EC5C1138-EFB5-4323-B2B7-5CCDA22AA4B0}" presName="textRect" presStyleLbl="revTx" presStyleIdx="0" presStyleCnt="4">
        <dgm:presLayoutVars>
          <dgm:chMax val="1"/>
          <dgm:chPref val="1"/>
        </dgm:presLayoutVars>
      </dgm:prSet>
      <dgm:spPr/>
    </dgm:pt>
    <dgm:pt modelId="{4E59173F-A1EA-4A84-931C-BB352F2D183E}" type="pres">
      <dgm:prSet presAssocID="{4CB409F2-A76D-447B-8DFC-8BF2ED463BFA}" presName="sibTrans" presStyleCnt="0"/>
      <dgm:spPr/>
    </dgm:pt>
    <dgm:pt modelId="{789C0700-D60F-4597-89D7-B36D8D45AB0A}" type="pres">
      <dgm:prSet presAssocID="{836ABDAD-DC79-4F93-9034-1581CDB65E7F}" presName="compNode" presStyleCnt="0"/>
      <dgm:spPr/>
    </dgm:pt>
    <dgm:pt modelId="{B93E4744-407E-4C46-84EE-7315E8553662}" type="pres">
      <dgm:prSet presAssocID="{836ABDAD-DC79-4F93-9034-1581CDB65E7F}" presName="iconBgRect" presStyleLbl="bgShp" presStyleIdx="1" presStyleCnt="4"/>
      <dgm:spPr/>
    </dgm:pt>
    <dgm:pt modelId="{C04C47A1-BF28-4430-A87C-4239521C1127}" type="pres">
      <dgm:prSet presAssocID="{836ABDAD-DC79-4F93-9034-1581CDB65E7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ploma Roll"/>
        </a:ext>
      </dgm:extLst>
    </dgm:pt>
    <dgm:pt modelId="{D4E7D628-37EC-4253-A2A8-67FB8E6484CE}" type="pres">
      <dgm:prSet presAssocID="{836ABDAD-DC79-4F93-9034-1581CDB65E7F}" presName="spaceRect" presStyleCnt="0"/>
      <dgm:spPr/>
    </dgm:pt>
    <dgm:pt modelId="{640B0509-9E14-4E60-99D0-0C787186B440}" type="pres">
      <dgm:prSet presAssocID="{836ABDAD-DC79-4F93-9034-1581CDB65E7F}" presName="textRect" presStyleLbl="revTx" presStyleIdx="1" presStyleCnt="4">
        <dgm:presLayoutVars>
          <dgm:chMax val="1"/>
          <dgm:chPref val="1"/>
        </dgm:presLayoutVars>
      </dgm:prSet>
      <dgm:spPr/>
    </dgm:pt>
    <dgm:pt modelId="{D1F60FC4-EDEA-4527-ADB7-71093CE29535}" type="pres">
      <dgm:prSet presAssocID="{43A11C17-9D0F-4F87-9D5C-E195D2F32E92}" presName="sibTrans" presStyleCnt="0"/>
      <dgm:spPr/>
    </dgm:pt>
    <dgm:pt modelId="{3C7BED55-4914-44A7-8AE3-EB44523B9E3C}" type="pres">
      <dgm:prSet presAssocID="{007F7389-1159-4AD1-89CA-683BEFE5D425}" presName="compNode" presStyleCnt="0"/>
      <dgm:spPr/>
    </dgm:pt>
    <dgm:pt modelId="{E359C0EE-9828-47EC-9780-AE3BF2D35A52}" type="pres">
      <dgm:prSet presAssocID="{007F7389-1159-4AD1-89CA-683BEFE5D425}" presName="iconBgRect" presStyleLbl="bgShp" presStyleIdx="2" presStyleCnt="4"/>
      <dgm:spPr/>
    </dgm:pt>
    <dgm:pt modelId="{799A3ED3-5D9F-4CD5-AA2B-8DE0954AD224}" type="pres">
      <dgm:prSet presAssocID="{007F7389-1159-4AD1-89CA-683BEFE5D42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 Folder"/>
        </a:ext>
      </dgm:extLst>
    </dgm:pt>
    <dgm:pt modelId="{21684617-4676-424A-9043-2834C8520EF6}" type="pres">
      <dgm:prSet presAssocID="{007F7389-1159-4AD1-89CA-683BEFE5D425}" presName="spaceRect" presStyleCnt="0"/>
      <dgm:spPr/>
    </dgm:pt>
    <dgm:pt modelId="{0C1A0F96-B69E-4CD0-84D0-F1E02012055E}" type="pres">
      <dgm:prSet presAssocID="{007F7389-1159-4AD1-89CA-683BEFE5D425}" presName="textRect" presStyleLbl="revTx" presStyleIdx="2" presStyleCnt="4">
        <dgm:presLayoutVars>
          <dgm:chMax val="1"/>
          <dgm:chPref val="1"/>
        </dgm:presLayoutVars>
      </dgm:prSet>
      <dgm:spPr/>
    </dgm:pt>
    <dgm:pt modelId="{C75D863A-F94B-4A8D-9362-B3536B6078E7}" type="pres">
      <dgm:prSet presAssocID="{FC8FA347-855B-46B6-8357-7CE3F065C971}" presName="sibTrans" presStyleCnt="0"/>
      <dgm:spPr/>
    </dgm:pt>
    <dgm:pt modelId="{BD3B3FCF-C1EA-4EC4-BA31-C42ABCDD657A}" type="pres">
      <dgm:prSet presAssocID="{A2289FDD-2465-4763-AA12-F12D09F4AEC5}" presName="compNode" presStyleCnt="0"/>
      <dgm:spPr/>
    </dgm:pt>
    <dgm:pt modelId="{218DE683-16EB-4F3F-989D-087412E0DB5D}" type="pres">
      <dgm:prSet presAssocID="{A2289FDD-2465-4763-AA12-F12D09F4AEC5}" presName="iconBgRect" presStyleLbl="bgShp" presStyleIdx="3" presStyleCnt="4"/>
      <dgm:spPr/>
    </dgm:pt>
    <dgm:pt modelId="{270BC70F-565D-445D-B186-7AB23DD5674C}" type="pres">
      <dgm:prSet presAssocID="{A2289FDD-2465-4763-AA12-F12D09F4AEC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Judge"/>
        </a:ext>
      </dgm:extLst>
    </dgm:pt>
    <dgm:pt modelId="{985C0EDE-1E72-4595-A5AB-A48991133949}" type="pres">
      <dgm:prSet presAssocID="{A2289FDD-2465-4763-AA12-F12D09F4AEC5}" presName="spaceRect" presStyleCnt="0"/>
      <dgm:spPr/>
    </dgm:pt>
    <dgm:pt modelId="{9447842A-9F2B-44FE-8E87-BC8A84F1E038}" type="pres">
      <dgm:prSet presAssocID="{A2289FDD-2465-4763-AA12-F12D09F4AEC5}" presName="textRect" presStyleLbl="revTx" presStyleIdx="3" presStyleCnt="4">
        <dgm:presLayoutVars>
          <dgm:chMax val="1"/>
          <dgm:chPref val="1"/>
        </dgm:presLayoutVars>
      </dgm:prSet>
      <dgm:spPr/>
    </dgm:pt>
  </dgm:ptLst>
  <dgm:cxnLst>
    <dgm:cxn modelId="{48DC1205-3E07-4A40-A912-BB6394CC11FD}" srcId="{2113E4E3-28F1-41EF-A66E-8B407C8AE554}" destId="{A2289FDD-2465-4763-AA12-F12D09F4AEC5}" srcOrd="3" destOrd="0" parTransId="{44D07473-EB0B-4750-820A-43528EA3F8FD}" sibTransId="{23123C3E-7685-465E-81F6-3090DD52CD63}"/>
    <dgm:cxn modelId="{C93CE31E-FB5B-4DAA-B95C-9F12B7F3FED5}" type="presOf" srcId="{A2289FDD-2465-4763-AA12-F12D09F4AEC5}" destId="{9447842A-9F2B-44FE-8E87-BC8A84F1E038}" srcOrd="0" destOrd="0" presId="urn:microsoft.com/office/officeart/2018/5/layout/IconCircleLabelList"/>
    <dgm:cxn modelId="{9FE52428-9AEA-4C95-8AF5-E9BB3779A87D}" srcId="{2113E4E3-28F1-41EF-A66E-8B407C8AE554}" destId="{EC5C1138-EFB5-4323-B2B7-5CCDA22AA4B0}" srcOrd="0" destOrd="0" parTransId="{B1FB2686-119F-4188-BA92-C011E26A12AA}" sibTransId="{4CB409F2-A76D-447B-8DFC-8BF2ED463BFA}"/>
    <dgm:cxn modelId="{3A2B042F-30F2-4802-9933-F36BE9DBD8B1}" type="presOf" srcId="{2113E4E3-28F1-41EF-A66E-8B407C8AE554}" destId="{744CBE34-E7CA-4852-BB3C-982DA850F952}" srcOrd="0" destOrd="0" presId="urn:microsoft.com/office/officeart/2018/5/layout/IconCircleLabelList"/>
    <dgm:cxn modelId="{C2577365-083B-4E95-8E82-5397D94F8AD3}" type="presOf" srcId="{007F7389-1159-4AD1-89CA-683BEFE5D425}" destId="{0C1A0F96-B69E-4CD0-84D0-F1E02012055E}" srcOrd="0" destOrd="0" presId="urn:microsoft.com/office/officeart/2018/5/layout/IconCircleLabelList"/>
    <dgm:cxn modelId="{D3FC924C-9A4A-4102-B794-BB5154073061}" type="presOf" srcId="{836ABDAD-DC79-4F93-9034-1581CDB65E7F}" destId="{640B0509-9E14-4E60-99D0-0C787186B440}" srcOrd="0" destOrd="0" presId="urn:microsoft.com/office/officeart/2018/5/layout/IconCircleLabelList"/>
    <dgm:cxn modelId="{F8F00981-9D26-4F56-8BE8-B2148BF83AFE}" srcId="{2113E4E3-28F1-41EF-A66E-8B407C8AE554}" destId="{007F7389-1159-4AD1-89CA-683BEFE5D425}" srcOrd="2" destOrd="0" parTransId="{096A11D8-5B4C-4EF8-B727-C4565A9409F8}" sibTransId="{FC8FA347-855B-46B6-8357-7CE3F065C971}"/>
    <dgm:cxn modelId="{2E4829A0-BCBC-4A42-B6A7-2847277F9434}" type="presOf" srcId="{EC5C1138-EFB5-4323-B2B7-5CCDA22AA4B0}" destId="{3D25B670-C0C5-4EB0-9536-A02ECDE63AB1}" srcOrd="0" destOrd="0" presId="urn:microsoft.com/office/officeart/2018/5/layout/IconCircleLabelList"/>
    <dgm:cxn modelId="{1F6A9CB2-073B-46DD-B8D2-FD7B7BFD5824}" srcId="{2113E4E3-28F1-41EF-A66E-8B407C8AE554}" destId="{836ABDAD-DC79-4F93-9034-1581CDB65E7F}" srcOrd="1" destOrd="0" parTransId="{0BFB64DD-0B4C-48CC-87C3-C121266F4CE2}" sibTransId="{43A11C17-9D0F-4F87-9D5C-E195D2F32E92}"/>
    <dgm:cxn modelId="{8EB14DB9-7752-4ED5-80E0-DBE376EF5D6B}" type="presParOf" srcId="{744CBE34-E7CA-4852-BB3C-982DA850F952}" destId="{6C000D3A-9CBA-413E-BCE3-93FABCD67D5C}" srcOrd="0" destOrd="0" presId="urn:microsoft.com/office/officeart/2018/5/layout/IconCircleLabelList"/>
    <dgm:cxn modelId="{F9F76A1E-CDF1-4FC1-9C73-9FD6FC59F4F7}" type="presParOf" srcId="{6C000D3A-9CBA-413E-BCE3-93FABCD67D5C}" destId="{22B6E5D9-C935-48A7-BECD-9CDAA6EFB58C}" srcOrd="0" destOrd="0" presId="urn:microsoft.com/office/officeart/2018/5/layout/IconCircleLabelList"/>
    <dgm:cxn modelId="{538B5ABE-0BCC-4550-8BC8-F355AA289A9A}" type="presParOf" srcId="{6C000D3A-9CBA-413E-BCE3-93FABCD67D5C}" destId="{65365B6F-7520-4765-AB8E-8F20A1C8AA17}" srcOrd="1" destOrd="0" presId="urn:microsoft.com/office/officeart/2018/5/layout/IconCircleLabelList"/>
    <dgm:cxn modelId="{7FB3002D-E940-44F8-925C-E3E165D26D1A}" type="presParOf" srcId="{6C000D3A-9CBA-413E-BCE3-93FABCD67D5C}" destId="{BA57F641-4023-40AC-AC03-18B71A05B0AE}" srcOrd="2" destOrd="0" presId="urn:microsoft.com/office/officeart/2018/5/layout/IconCircleLabelList"/>
    <dgm:cxn modelId="{EA8A115E-1875-4AF6-95BA-EE03267F6CA1}" type="presParOf" srcId="{6C000D3A-9CBA-413E-BCE3-93FABCD67D5C}" destId="{3D25B670-C0C5-4EB0-9536-A02ECDE63AB1}" srcOrd="3" destOrd="0" presId="urn:microsoft.com/office/officeart/2018/5/layout/IconCircleLabelList"/>
    <dgm:cxn modelId="{F2776C30-3762-46E3-B81E-CD214CF265BF}" type="presParOf" srcId="{744CBE34-E7CA-4852-BB3C-982DA850F952}" destId="{4E59173F-A1EA-4A84-931C-BB352F2D183E}" srcOrd="1" destOrd="0" presId="urn:microsoft.com/office/officeart/2018/5/layout/IconCircleLabelList"/>
    <dgm:cxn modelId="{C43B55DA-32A5-4220-932A-F4BF713BDC59}" type="presParOf" srcId="{744CBE34-E7CA-4852-BB3C-982DA850F952}" destId="{789C0700-D60F-4597-89D7-B36D8D45AB0A}" srcOrd="2" destOrd="0" presId="urn:microsoft.com/office/officeart/2018/5/layout/IconCircleLabelList"/>
    <dgm:cxn modelId="{E8D4968C-C216-4DCC-B8AE-038CCA075176}" type="presParOf" srcId="{789C0700-D60F-4597-89D7-B36D8D45AB0A}" destId="{B93E4744-407E-4C46-84EE-7315E8553662}" srcOrd="0" destOrd="0" presId="urn:microsoft.com/office/officeart/2018/5/layout/IconCircleLabelList"/>
    <dgm:cxn modelId="{BB39843B-976C-41BD-9164-F72B46AA1EEE}" type="presParOf" srcId="{789C0700-D60F-4597-89D7-B36D8D45AB0A}" destId="{C04C47A1-BF28-4430-A87C-4239521C1127}" srcOrd="1" destOrd="0" presId="urn:microsoft.com/office/officeart/2018/5/layout/IconCircleLabelList"/>
    <dgm:cxn modelId="{825E450D-2B26-4004-9539-5126AC1089D2}" type="presParOf" srcId="{789C0700-D60F-4597-89D7-B36D8D45AB0A}" destId="{D4E7D628-37EC-4253-A2A8-67FB8E6484CE}" srcOrd="2" destOrd="0" presId="urn:microsoft.com/office/officeart/2018/5/layout/IconCircleLabelList"/>
    <dgm:cxn modelId="{054F3C21-3F60-482C-B081-75A7353A517E}" type="presParOf" srcId="{789C0700-D60F-4597-89D7-B36D8D45AB0A}" destId="{640B0509-9E14-4E60-99D0-0C787186B440}" srcOrd="3" destOrd="0" presId="urn:microsoft.com/office/officeart/2018/5/layout/IconCircleLabelList"/>
    <dgm:cxn modelId="{55F438F6-7D72-4C4F-9F3C-912ED5E0A694}" type="presParOf" srcId="{744CBE34-E7CA-4852-BB3C-982DA850F952}" destId="{D1F60FC4-EDEA-4527-ADB7-71093CE29535}" srcOrd="3" destOrd="0" presId="urn:microsoft.com/office/officeart/2018/5/layout/IconCircleLabelList"/>
    <dgm:cxn modelId="{3376549B-E1D0-4743-B34D-6F69DA2C9D63}" type="presParOf" srcId="{744CBE34-E7CA-4852-BB3C-982DA850F952}" destId="{3C7BED55-4914-44A7-8AE3-EB44523B9E3C}" srcOrd="4" destOrd="0" presId="urn:microsoft.com/office/officeart/2018/5/layout/IconCircleLabelList"/>
    <dgm:cxn modelId="{D900C8FF-6868-4EDC-AF97-1E299111DD70}" type="presParOf" srcId="{3C7BED55-4914-44A7-8AE3-EB44523B9E3C}" destId="{E359C0EE-9828-47EC-9780-AE3BF2D35A52}" srcOrd="0" destOrd="0" presId="urn:microsoft.com/office/officeart/2018/5/layout/IconCircleLabelList"/>
    <dgm:cxn modelId="{C81BDEB5-D700-42A5-82B8-1D1D77E454AF}" type="presParOf" srcId="{3C7BED55-4914-44A7-8AE3-EB44523B9E3C}" destId="{799A3ED3-5D9F-4CD5-AA2B-8DE0954AD224}" srcOrd="1" destOrd="0" presId="urn:microsoft.com/office/officeart/2018/5/layout/IconCircleLabelList"/>
    <dgm:cxn modelId="{B6043428-7F72-45B7-8CF5-19DD2B2E3092}" type="presParOf" srcId="{3C7BED55-4914-44A7-8AE3-EB44523B9E3C}" destId="{21684617-4676-424A-9043-2834C8520EF6}" srcOrd="2" destOrd="0" presId="urn:microsoft.com/office/officeart/2018/5/layout/IconCircleLabelList"/>
    <dgm:cxn modelId="{467764F3-D326-40FA-AD66-8D49B4A24CEB}" type="presParOf" srcId="{3C7BED55-4914-44A7-8AE3-EB44523B9E3C}" destId="{0C1A0F96-B69E-4CD0-84D0-F1E02012055E}" srcOrd="3" destOrd="0" presId="urn:microsoft.com/office/officeart/2018/5/layout/IconCircleLabelList"/>
    <dgm:cxn modelId="{01517445-8E91-40FC-B7E6-3D576248C8A3}" type="presParOf" srcId="{744CBE34-E7CA-4852-BB3C-982DA850F952}" destId="{C75D863A-F94B-4A8D-9362-B3536B6078E7}" srcOrd="5" destOrd="0" presId="urn:microsoft.com/office/officeart/2018/5/layout/IconCircleLabelList"/>
    <dgm:cxn modelId="{4E5057B6-C9DC-43EF-9187-BB46AD6C3CC3}" type="presParOf" srcId="{744CBE34-E7CA-4852-BB3C-982DA850F952}" destId="{BD3B3FCF-C1EA-4EC4-BA31-C42ABCDD657A}" srcOrd="6" destOrd="0" presId="urn:microsoft.com/office/officeart/2018/5/layout/IconCircleLabelList"/>
    <dgm:cxn modelId="{96A8AC10-0CC8-4F44-9A2A-5E275603D2AB}" type="presParOf" srcId="{BD3B3FCF-C1EA-4EC4-BA31-C42ABCDD657A}" destId="{218DE683-16EB-4F3F-989D-087412E0DB5D}" srcOrd="0" destOrd="0" presId="urn:microsoft.com/office/officeart/2018/5/layout/IconCircleLabelList"/>
    <dgm:cxn modelId="{C7BD5A0C-8726-488F-AFA8-5E9EA80ECFF3}" type="presParOf" srcId="{BD3B3FCF-C1EA-4EC4-BA31-C42ABCDD657A}" destId="{270BC70F-565D-445D-B186-7AB23DD5674C}" srcOrd="1" destOrd="0" presId="urn:microsoft.com/office/officeart/2018/5/layout/IconCircleLabelList"/>
    <dgm:cxn modelId="{E3022710-667F-496D-9AC6-D8426AEDDB80}" type="presParOf" srcId="{BD3B3FCF-C1EA-4EC4-BA31-C42ABCDD657A}" destId="{985C0EDE-1E72-4595-A5AB-A48991133949}" srcOrd="2" destOrd="0" presId="urn:microsoft.com/office/officeart/2018/5/layout/IconCircleLabelList"/>
    <dgm:cxn modelId="{58FC6860-7AB1-4F7E-ADDD-0AFF706F6F09}" type="presParOf" srcId="{BD3B3FCF-C1EA-4EC4-BA31-C42ABCDD657A}" destId="{9447842A-9F2B-44FE-8E87-BC8A84F1E03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2890FFF-3CA3-4C51-8B6A-A49DEF9C21DF}"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91341C58-9F3C-4618-8FE4-324587E66D30}">
      <dgm:prSet/>
      <dgm:spPr/>
      <dgm:t>
        <a:bodyPr/>
        <a:lstStyle/>
        <a:p>
          <a:pPr>
            <a:buNone/>
          </a:pPr>
          <a:r>
            <a:rPr lang="en-US" b="0" i="0" dirty="0"/>
            <a:t>Instead of using built-in Identity system, we implement </a:t>
          </a:r>
          <a:r>
            <a:rPr lang="en-US" b="1" i="0" dirty="0"/>
            <a:t>custom session authentication</a:t>
          </a:r>
          <a:r>
            <a:rPr lang="en-US" b="0" i="0" dirty="0"/>
            <a:t> as required</a:t>
          </a:r>
          <a:endParaRPr lang="en-US" dirty="0"/>
        </a:p>
      </dgm:t>
    </dgm:pt>
    <dgm:pt modelId="{ABD06476-9375-4506-97B0-95025A200E8D}" type="parTrans" cxnId="{60852CA9-CBE3-4BF5-9174-D92A3F3952D7}">
      <dgm:prSet/>
      <dgm:spPr/>
      <dgm:t>
        <a:bodyPr/>
        <a:lstStyle/>
        <a:p>
          <a:endParaRPr lang="en-US"/>
        </a:p>
      </dgm:t>
    </dgm:pt>
    <dgm:pt modelId="{F56352BE-694B-4463-BAE4-56E483846089}" type="sibTrans" cxnId="{60852CA9-CBE3-4BF5-9174-D92A3F3952D7}">
      <dgm:prSet/>
      <dgm:spPr/>
      <dgm:t>
        <a:bodyPr/>
        <a:lstStyle/>
        <a:p>
          <a:endParaRPr lang="en-US"/>
        </a:p>
      </dgm:t>
    </dgm:pt>
    <dgm:pt modelId="{737FC8D1-47A1-472C-BA72-0A06C4FDA6F9}">
      <dgm:prSet/>
      <dgm:spPr/>
      <dgm:t>
        <a:bodyPr/>
        <a:lstStyle/>
        <a:p>
          <a:r>
            <a:rPr lang="en-US" b="0" i="0" dirty="0"/>
            <a:t>When users login, we store in session: User ID, Role, </a:t>
          </a:r>
          <a:r>
            <a:rPr lang="en-US" b="0" i="0" dirty="0" err="1"/>
            <a:t>Namethis</a:t>
          </a:r>
          <a:r>
            <a:rPr lang="en-US" b="0" i="0" dirty="0"/>
            <a:t> acts like a security pass</a:t>
          </a:r>
          <a:r>
            <a:rPr lang="en-US" dirty="0"/>
            <a:t>.</a:t>
          </a:r>
        </a:p>
      </dgm:t>
    </dgm:pt>
    <dgm:pt modelId="{03520EAA-E406-4D6A-B412-C0408D64B104}" type="parTrans" cxnId="{8977C87C-EFA0-4EB1-85DF-909E837436D0}">
      <dgm:prSet/>
      <dgm:spPr/>
      <dgm:t>
        <a:bodyPr/>
        <a:lstStyle/>
        <a:p>
          <a:endParaRPr lang="en-US"/>
        </a:p>
      </dgm:t>
    </dgm:pt>
    <dgm:pt modelId="{4B4F71BC-ED72-4EF3-BE5C-623B2FBEF4EF}" type="sibTrans" cxnId="{8977C87C-EFA0-4EB1-85DF-909E837436D0}">
      <dgm:prSet/>
      <dgm:spPr/>
      <dgm:t>
        <a:bodyPr/>
        <a:lstStyle/>
        <a:p>
          <a:endParaRPr lang="en-US"/>
        </a:p>
      </dgm:t>
    </dgm:pt>
    <dgm:pt modelId="{F23979E6-3A62-4409-9E66-12DB169EF9C8}">
      <dgm:prSet/>
      <dgm:spPr/>
      <dgm:t>
        <a:bodyPr/>
        <a:lstStyle/>
        <a:p>
          <a:r>
            <a:rPr lang="en-US" b="0" i="0"/>
            <a:t>Every time a user tries to access a page, we check their session role first</a:t>
          </a:r>
          <a:r>
            <a:rPr lang="en-US"/>
            <a:t>.</a:t>
          </a:r>
        </a:p>
      </dgm:t>
    </dgm:pt>
    <dgm:pt modelId="{D373994B-147E-43F3-BD6C-D61E3ADB6119}" type="parTrans" cxnId="{A5F4932B-59E1-46C9-84D1-9BE107AC84FD}">
      <dgm:prSet/>
      <dgm:spPr/>
      <dgm:t>
        <a:bodyPr/>
        <a:lstStyle/>
        <a:p>
          <a:endParaRPr lang="en-US"/>
        </a:p>
      </dgm:t>
    </dgm:pt>
    <dgm:pt modelId="{3773E659-B2CB-4D57-982F-5FEF87A35F9F}" type="sibTrans" cxnId="{A5F4932B-59E1-46C9-84D1-9BE107AC84FD}">
      <dgm:prSet/>
      <dgm:spPr/>
      <dgm:t>
        <a:bodyPr/>
        <a:lstStyle/>
        <a:p>
          <a:endParaRPr lang="en-US"/>
        </a:p>
      </dgm:t>
    </dgm:pt>
    <dgm:pt modelId="{61B0ADA7-0534-4BB2-B3D6-6A19F0054DA8}">
      <dgm:prSet/>
      <dgm:spPr/>
      <dgm:t>
        <a:bodyPr/>
        <a:lstStyle/>
        <a:p>
          <a:pPr>
            <a:buNone/>
          </a:pPr>
          <a:r>
            <a:rPr lang="en-US" b="0" i="0" dirty="0"/>
            <a:t>If a lecturer tries to access HR pages, the system immediately blocks them and redirects to login</a:t>
          </a:r>
          <a:endParaRPr lang="en-US" dirty="0"/>
        </a:p>
      </dgm:t>
    </dgm:pt>
    <dgm:pt modelId="{2264911B-0CD5-402E-8062-FBDB03D90075}" type="parTrans" cxnId="{A462BD85-2D14-409C-8E08-439B2937CF60}">
      <dgm:prSet/>
      <dgm:spPr/>
      <dgm:t>
        <a:bodyPr/>
        <a:lstStyle/>
        <a:p>
          <a:endParaRPr lang="en-US"/>
        </a:p>
      </dgm:t>
    </dgm:pt>
    <dgm:pt modelId="{05B79352-E5DF-45C6-A495-452A012DD2B2}" type="sibTrans" cxnId="{A462BD85-2D14-409C-8E08-439B2937CF60}">
      <dgm:prSet/>
      <dgm:spPr/>
      <dgm:t>
        <a:bodyPr/>
        <a:lstStyle/>
        <a:p>
          <a:endParaRPr lang="en-US"/>
        </a:p>
      </dgm:t>
    </dgm:pt>
    <dgm:pt modelId="{61CBB7F5-6A20-4DBE-BAEF-239447C81B86}" type="pres">
      <dgm:prSet presAssocID="{82890FFF-3CA3-4C51-8B6A-A49DEF9C21DF}" presName="root" presStyleCnt="0">
        <dgm:presLayoutVars>
          <dgm:dir/>
          <dgm:resizeHandles val="exact"/>
        </dgm:presLayoutVars>
      </dgm:prSet>
      <dgm:spPr/>
    </dgm:pt>
    <dgm:pt modelId="{8FCB5F89-C1D2-49F4-80A3-16B6E7FA3C74}" type="pres">
      <dgm:prSet presAssocID="{91341C58-9F3C-4618-8FE4-324587E66D30}" presName="compNode" presStyleCnt="0"/>
      <dgm:spPr/>
    </dgm:pt>
    <dgm:pt modelId="{68BCE67C-05A5-4958-92A3-7A939D9FD31E}" type="pres">
      <dgm:prSet presAssocID="{91341C58-9F3C-4618-8FE4-324587E66D3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mployee Badge"/>
        </a:ext>
      </dgm:extLst>
    </dgm:pt>
    <dgm:pt modelId="{8D7740CB-3BB3-42BF-86E8-6EADF8E30EEA}" type="pres">
      <dgm:prSet presAssocID="{91341C58-9F3C-4618-8FE4-324587E66D30}" presName="spaceRect" presStyleCnt="0"/>
      <dgm:spPr/>
    </dgm:pt>
    <dgm:pt modelId="{010B5518-9F06-4BD4-8887-B3E75A739FA4}" type="pres">
      <dgm:prSet presAssocID="{91341C58-9F3C-4618-8FE4-324587E66D30}" presName="textRect" presStyleLbl="revTx" presStyleIdx="0" presStyleCnt="4">
        <dgm:presLayoutVars>
          <dgm:chMax val="1"/>
          <dgm:chPref val="1"/>
        </dgm:presLayoutVars>
      </dgm:prSet>
      <dgm:spPr/>
    </dgm:pt>
    <dgm:pt modelId="{71E46DD5-01B2-4899-86FA-1CCF95568141}" type="pres">
      <dgm:prSet presAssocID="{F56352BE-694B-4463-BAE4-56E483846089}" presName="sibTrans" presStyleCnt="0"/>
      <dgm:spPr/>
    </dgm:pt>
    <dgm:pt modelId="{4A8FA53A-51C8-4F57-A990-FD5253CDCF64}" type="pres">
      <dgm:prSet presAssocID="{737FC8D1-47A1-472C-BA72-0A06C4FDA6F9}" presName="compNode" presStyleCnt="0"/>
      <dgm:spPr/>
    </dgm:pt>
    <dgm:pt modelId="{83FDB99A-80E3-48A3-9113-8BBD3F188800}" type="pres">
      <dgm:prSet presAssocID="{737FC8D1-47A1-472C-BA72-0A06C4FDA6F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nlock"/>
        </a:ext>
      </dgm:extLst>
    </dgm:pt>
    <dgm:pt modelId="{BF32C4DD-8C09-4A91-8389-61CDFAE457DA}" type="pres">
      <dgm:prSet presAssocID="{737FC8D1-47A1-472C-BA72-0A06C4FDA6F9}" presName="spaceRect" presStyleCnt="0"/>
      <dgm:spPr/>
    </dgm:pt>
    <dgm:pt modelId="{E13941B5-869E-4EDF-9239-2DF838AD7F28}" type="pres">
      <dgm:prSet presAssocID="{737FC8D1-47A1-472C-BA72-0A06C4FDA6F9}" presName="textRect" presStyleLbl="revTx" presStyleIdx="1" presStyleCnt="4">
        <dgm:presLayoutVars>
          <dgm:chMax val="1"/>
          <dgm:chPref val="1"/>
        </dgm:presLayoutVars>
      </dgm:prSet>
      <dgm:spPr/>
    </dgm:pt>
    <dgm:pt modelId="{80AB1462-6329-4E0F-8AE6-B2D6F92C49C7}" type="pres">
      <dgm:prSet presAssocID="{4B4F71BC-ED72-4EF3-BE5C-623B2FBEF4EF}" presName="sibTrans" presStyleCnt="0"/>
      <dgm:spPr/>
    </dgm:pt>
    <dgm:pt modelId="{C34E7769-984E-46DD-8129-4203D839304D}" type="pres">
      <dgm:prSet presAssocID="{F23979E6-3A62-4409-9E66-12DB169EF9C8}" presName="compNode" presStyleCnt="0"/>
      <dgm:spPr/>
    </dgm:pt>
    <dgm:pt modelId="{FF624C55-0593-47FD-94A1-E32307364104}" type="pres">
      <dgm:prSet presAssocID="{F23979E6-3A62-4409-9E66-12DB169EF9C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nk Check"/>
        </a:ext>
      </dgm:extLst>
    </dgm:pt>
    <dgm:pt modelId="{449F8CE9-5108-4907-BFE7-D6AED333055D}" type="pres">
      <dgm:prSet presAssocID="{F23979E6-3A62-4409-9E66-12DB169EF9C8}" presName="spaceRect" presStyleCnt="0"/>
      <dgm:spPr/>
    </dgm:pt>
    <dgm:pt modelId="{822BDB86-5C0D-4BC2-AA05-126A7A6D0DDE}" type="pres">
      <dgm:prSet presAssocID="{F23979E6-3A62-4409-9E66-12DB169EF9C8}" presName="textRect" presStyleLbl="revTx" presStyleIdx="2" presStyleCnt="4">
        <dgm:presLayoutVars>
          <dgm:chMax val="1"/>
          <dgm:chPref val="1"/>
        </dgm:presLayoutVars>
      </dgm:prSet>
      <dgm:spPr/>
    </dgm:pt>
    <dgm:pt modelId="{F9FB3995-30E8-40A3-9434-FFBF6EC368B8}" type="pres">
      <dgm:prSet presAssocID="{3773E659-B2CB-4D57-982F-5FEF87A35F9F}" presName="sibTrans" presStyleCnt="0"/>
      <dgm:spPr/>
    </dgm:pt>
    <dgm:pt modelId="{2A29BCDD-7A56-42D4-9842-C4220FB2D3D0}" type="pres">
      <dgm:prSet presAssocID="{61B0ADA7-0534-4BB2-B3D6-6A19F0054DA8}" presName="compNode" presStyleCnt="0"/>
      <dgm:spPr/>
    </dgm:pt>
    <dgm:pt modelId="{475A21DC-0BEA-4837-8642-02D89E9EB8A9}" type="pres">
      <dgm:prSet presAssocID="{61B0ADA7-0534-4BB2-B3D6-6A19F0054DA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ream"/>
        </a:ext>
      </dgm:extLst>
    </dgm:pt>
    <dgm:pt modelId="{EE94DB6B-7412-4D68-8DEA-0F203ED8F8E1}" type="pres">
      <dgm:prSet presAssocID="{61B0ADA7-0534-4BB2-B3D6-6A19F0054DA8}" presName="spaceRect" presStyleCnt="0"/>
      <dgm:spPr/>
    </dgm:pt>
    <dgm:pt modelId="{560C6BB8-BD08-4AC4-9A45-77933A7A5329}" type="pres">
      <dgm:prSet presAssocID="{61B0ADA7-0534-4BB2-B3D6-6A19F0054DA8}" presName="textRect" presStyleLbl="revTx" presStyleIdx="3" presStyleCnt="4">
        <dgm:presLayoutVars>
          <dgm:chMax val="1"/>
          <dgm:chPref val="1"/>
        </dgm:presLayoutVars>
      </dgm:prSet>
      <dgm:spPr/>
    </dgm:pt>
  </dgm:ptLst>
  <dgm:cxnLst>
    <dgm:cxn modelId="{0919C001-AFAB-44AA-A176-39D28569D1CD}" type="presOf" srcId="{61B0ADA7-0534-4BB2-B3D6-6A19F0054DA8}" destId="{560C6BB8-BD08-4AC4-9A45-77933A7A5329}" srcOrd="0" destOrd="0" presId="urn:microsoft.com/office/officeart/2018/2/layout/IconLabelList"/>
    <dgm:cxn modelId="{38F28E09-37FA-4337-AE6A-8A03B3474326}" type="presOf" srcId="{91341C58-9F3C-4618-8FE4-324587E66D30}" destId="{010B5518-9F06-4BD4-8887-B3E75A739FA4}" srcOrd="0" destOrd="0" presId="urn:microsoft.com/office/officeart/2018/2/layout/IconLabelList"/>
    <dgm:cxn modelId="{A5F4932B-59E1-46C9-84D1-9BE107AC84FD}" srcId="{82890FFF-3CA3-4C51-8B6A-A49DEF9C21DF}" destId="{F23979E6-3A62-4409-9E66-12DB169EF9C8}" srcOrd="2" destOrd="0" parTransId="{D373994B-147E-43F3-BD6C-D61E3ADB6119}" sibTransId="{3773E659-B2CB-4D57-982F-5FEF87A35F9F}"/>
    <dgm:cxn modelId="{8977C87C-EFA0-4EB1-85DF-909E837436D0}" srcId="{82890FFF-3CA3-4C51-8B6A-A49DEF9C21DF}" destId="{737FC8D1-47A1-472C-BA72-0A06C4FDA6F9}" srcOrd="1" destOrd="0" parTransId="{03520EAA-E406-4D6A-B412-C0408D64B104}" sibTransId="{4B4F71BC-ED72-4EF3-BE5C-623B2FBEF4EF}"/>
    <dgm:cxn modelId="{A462BD85-2D14-409C-8E08-439B2937CF60}" srcId="{82890FFF-3CA3-4C51-8B6A-A49DEF9C21DF}" destId="{61B0ADA7-0534-4BB2-B3D6-6A19F0054DA8}" srcOrd="3" destOrd="0" parTransId="{2264911B-0CD5-402E-8062-FBDB03D90075}" sibTransId="{05B79352-E5DF-45C6-A495-452A012DD2B2}"/>
    <dgm:cxn modelId="{16F86388-BA01-411F-9243-95F3BB6EFF65}" type="presOf" srcId="{F23979E6-3A62-4409-9E66-12DB169EF9C8}" destId="{822BDB86-5C0D-4BC2-AA05-126A7A6D0DDE}" srcOrd="0" destOrd="0" presId="urn:microsoft.com/office/officeart/2018/2/layout/IconLabelList"/>
    <dgm:cxn modelId="{60852CA9-CBE3-4BF5-9174-D92A3F3952D7}" srcId="{82890FFF-3CA3-4C51-8B6A-A49DEF9C21DF}" destId="{91341C58-9F3C-4618-8FE4-324587E66D30}" srcOrd="0" destOrd="0" parTransId="{ABD06476-9375-4506-97B0-95025A200E8D}" sibTransId="{F56352BE-694B-4463-BAE4-56E483846089}"/>
    <dgm:cxn modelId="{F0A348CB-AAD5-4F3A-8423-F87CB08329E5}" type="presOf" srcId="{737FC8D1-47A1-472C-BA72-0A06C4FDA6F9}" destId="{E13941B5-869E-4EDF-9239-2DF838AD7F28}" srcOrd="0" destOrd="0" presId="urn:microsoft.com/office/officeart/2018/2/layout/IconLabelList"/>
    <dgm:cxn modelId="{CE14E7CF-286A-476F-ACA1-661771B24CFE}" type="presOf" srcId="{82890FFF-3CA3-4C51-8B6A-A49DEF9C21DF}" destId="{61CBB7F5-6A20-4DBE-BAEF-239447C81B86}" srcOrd="0" destOrd="0" presId="urn:microsoft.com/office/officeart/2018/2/layout/IconLabelList"/>
    <dgm:cxn modelId="{B8E741C3-C3EE-4483-BB5E-6495AB42FC32}" type="presParOf" srcId="{61CBB7F5-6A20-4DBE-BAEF-239447C81B86}" destId="{8FCB5F89-C1D2-49F4-80A3-16B6E7FA3C74}" srcOrd="0" destOrd="0" presId="urn:microsoft.com/office/officeart/2018/2/layout/IconLabelList"/>
    <dgm:cxn modelId="{EB9272BB-3BA8-48CC-A4F4-38D3CB5FC3A3}" type="presParOf" srcId="{8FCB5F89-C1D2-49F4-80A3-16B6E7FA3C74}" destId="{68BCE67C-05A5-4958-92A3-7A939D9FD31E}" srcOrd="0" destOrd="0" presId="urn:microsoft.com/office/officeart/2018/2/layout/IconLabelList"/>
    <dgm:cxn modelId="{D1D014D5-3BBE-4246-838D-C5711E7BEA74}" type="presParOf" srcId="{8FCB5F89-C1D2-49F4-80A3-16B6E7FA3C74}" destId="{8D7740CB-3BB3-42BF-86E8-6EADF8E30EEA}" srcOrd="1" destOrd="0" presId="urn:microsoft.com/office/officeart/2018/2/layout/IconLabelList"/>
    <dgm:cxn modelId="{DB801C20-63C6-43B0-9250-EC5E10DCA4C9}" type="presParOf" srcId="{8FCB5F89-C1D2-49F4-80A3-16B6E7FA3C74}" destId="{010B5518-9F06-4BD4-8887-B3E75A739FA4}" srcOrd="2" destOrd="0" presId="urn:microsoft.com/office/officeart/2018/2/layout/IconLabelList"/>
    <dgm:cxn modelId="{950AFCC5-054E-4E46-9039-351CBFCA049C}" type="presParOf" srcId="{61CBB7F5-6A20-4DBE-BAEF-239447C81B86}" destId="{71E46DD5-01B2-4899-86FA-1CCF95568141}" srcOrd="1" destOrd="0" presId="urn:microsoft.com/office/officeart/2018/2/layout/IconLabelList"/>
    <dgm:cxn modelId="{63615096-7686-4873-B07B-7B15A78A5520}" type="presParOf" srcId="{61CBB7F5-6A20-4DBE-BAEF-239447C81B86}" destId="{4A8FA53A-51C8-4F57-A990-FD5253CDCF64}" srcOrd="2" destOrd="0" presId="urn:microsoft.com/office/officeart/2018/2/layout/IconLabelList"/>
    <dgm:cxn modelId="{71F045C2-BA50-4405-B759-DB3CA285387B}" type="presParOf" srcId="{4A8FA53A-51C8-4F57-A990-FD5253CDCF64}" destId="{83FDB99A-80E3-48A3-9113-8BBD3F188800}" srcOrd="0" destOrd="0" presId="urn:microsoft.com/office/officeart/2018/2/layout/IconLabelList"/>
    <dgm:cxn modelId="{DBF4EF4D-A006-4962-9660-288470275667}" type="presParOf" srcId="{4A8FA53A-51C8-4F57-A990-FD5253CDCF64}" destId="{BF32C4DD-8C09-4A91-8389-61CDFAE457DA}" srcOrd="1" destOrd="0" presId="urn:microsoft.com/office/officeart/2018/2/layout/IconLabelList"/>
    <dgm:cxn modelId="{67B23B5F-589A-490B-B46D-BB242C3CED79}" type="presParOf" srcId="{4A8FA53A-51C8-4F57-A990-FD5253CDCF64}" destId="{E13941B5-869E-4EDF-9239-2DF838AD7F28}" srcOrd="2" destOrd="0" presId="urn:microsoft.com/office/officeart/2018/2/layout/IconLabelList"/>
    <dgm:cxn modelId="{C2E0B9CF-1AC5-497B-AE5B-EC72C3836C81}" type="presParOf" srcId="{61CBB7F5-6A20-4DBE-BAEF-239447C81B86}" destId="{80AB1462-6329-4E0F-8AE6-B2D6F92C49C7}" srcOrd="3" destOrd="0" presId="urn:microsoft.com/office/officeart/2018/2/layout/IconLabelList"/>
    <dgm:cxn modelId="{A9F1BCBA-4418-409F-B2F9-80B7FCB9610F}" type="presParOf" srcId="{61CBB7F5-6A20-4DBE-BAEF-239447C81B86}" destId="{C34E7769-984E-46DD-8129-4203D839304D}" srcOrd="4" destOrd="0" presId="urn:microsoft.com/office/officeart/2018/2/layout/IconLabelList"/>
    <dgm:cxn modelId="{49AAAD75-6142-4A66-9DD8-897B9D0960AB}" type="presParOf" srcId="{C34E7769-984E-46DD-8129-4203D839304D}" destId="{FF624C55-0593-47FD-94A1-E32307364104}" srcOrd="0" destOrd="0" presId="urn:microsoft.com/office/officeart/2018/2/layout/IconLabelList"/>
    <dgm:cxn modelId="{A052AC0E-E2EC-471A-88A2-D752561F74E2}" type="presParOf" srcId="{C34E7769-984E-46DD-8129-4203D839304D}" destId="{449F8CE9-5108-4907-BFE7-D6AED333055D}" srcOrd="1" destOrd="0" presId="urn:microsoft.com/office/officeart/2018/2/layout/IconLabelList"/>
    <dgm:cxn modelId="{F2C8DA4D-2BC0-4435-829E-B85E8C7D47ED}" type="presParOf" srcId="{C34E7769-984E-46DD-8129-4203D839304D}" destId="{822BDB86-5C0D-4BC2-AA05-126A7A6D0DDE}" srcOrd="2" destOrd="0" presId="urn:microsoft.com/office/officeart/2018/2/layout/IconLabelList"/>
    <dgm:cxn modelId="{45794977-BE6F-42FD-BE41-AA3A1AAAB20C}" type="presParOf" srcId="{61CBB7F5-6A20-4DBE-BAEF-239447C81B86}" destId="{F9FB3995-30E8-40A3-9434-FFBF6EC368B8}" srcOrd="5" destOrd="0" presId="urn:microsoft.com/office/officeart/2018/2/layout/IconLabelList"/>
    <dgm:cxn modelId="{DFBDE29E-DD76-498E-8B05-C2F2AAB92200}" type="presParOf" srcId="{61CBB7F5-6A20-4DBE-BAEF-239447C81B86}" destId="{2A29BCDD-7A56-42D4-9842-C4220FB2D3D0}" srcOrd="6" destOrd="0" presId="urn:microsoft.com/office/officeart/2018/2/layout/IconLabelList"/>
    <dgm:cxn modelId="{EE1DD54D-55CC-4E3F-925D-B4D9187EF5A8}" type="presParOf" srcId="{2A29BCDD-7A56-42D4-9842-C4220FB2D3D0}" destId="{475A21DC-0BEA-4837-8642-02D89E9EB8A9}" srcOrd="0" destOrd="0" presId="urn:microsoft.com/office/officeart/2018/2/layout/IconLabelList"/>
    <dgm:cxn modelId="{8CEB6495-7756-45AD-A53A-A5316929E8DB}" type="presParOf" srcId="{2A29BCDD-7A56-42D4-9842-C4220FB2D3D0}" destId="{EE94DB6B-7412-4D68-8DEA-0F203ED8F8E1}" srcOrd="1" destOrd="0" presId="urn:microsoft.com/office/officeart/2018/2/layout/IconLabelList"/>
    <dgm:cxn modelId="{95703EBC-240B-45DD-ADAC-1F8404AD468E}" type="presParOf" srcId="{2A29BCDD-7A56-42D4-9842-C4220FB2D3D0}" destId="{560C6BB8-BD08-4AC4-9A45-77933A7A5329}"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90E46F4-9939-4335-AF25-9360690052EB}"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418F164-0E76-4680-93D7-9B57B4E1E80F}">
      <dgm:prSet/>
      <dgm:spPr/>
      <dgm:t>
        <a:bodyPr/>
        <a:lstStyle/>
        <a:p>
          <a:r>
            <a:rPr lang="en-US"/>
            <a:t>Hourly rate locked by HR for security.</a:t>
          </a:r>
        </a:p>
      </dgm:t>
    </dgm:pt>
    <dgm:pt modelId="{DF6F7316-E24C-4E02-B208-26D44C5EAAC6}" type="parTrans" cxnId="{EDFDA6D9-8A0A-457A-A495-B2C461027D21}">
      <dgm:prSet/>
      <dgm:spPr/>
      <dgm:t>
        <a:bodyPr/>
        <a:lstStyle/>
        <a:p>
          <a:endParaRPr lang="en-US"/>
        </a:p>
      </dgm:t>
    </dgm:pt>
    <dgm:pt modelId="{DA412666-EF00-4F28-969D-3A4F9819B877}" type="sibTrans" cxnId="{EDFDA6D9-8A0A-457A-A495-B2C461027D21}">
      <dgm:prSet/>
      <dgm:spPr/>
      <dgm:t>
        <a:bodyPr/>
        <a:lstStyle/>
        <a:p>
          <a:endParaRPr lang="en-US"/>
        </a:p>
      </dgm:t>
    </dgm:pt>
    <dgm:pt modelId="{0F662A29-A4C3-41F4-B3A5-B366B2672390}">
      <dgm:prSet/>
      <dgm:spPr/>
      <dgm:t>
        <a:bodyPr/>
        <a:lstStyle/>
        <a:p>
          <a:r>
            <a:rPr lang="en-US"/>
            <a:t>Real-time jQuery calculations update totals instantly.</a:t>
          </a:r>
        </a:p>
      </dgm:t>
    </dgm:pt>
    <dgm:pt modelId="{CE45694C-082A-4399-A297-6C14015D5AE7}" type="parTrans" cxnId="{00C0AE43-9B4D-4362-B07E-BF3E14F0B797}">
      <dgm:prSet/>
      <dgm:spPr/>
      <dgm:t>
        <a:bodyPr/>
        <a:lstStyle/>
        <a:p>
          <a:endParaRPr lang="en-US"/>
        </a:p>
      </dgm:t>
    </dgm:pt>
    <dgm:pt modelId="{3F796D35-9570-4CF1-B8CF-C814A900907E}" type="sibTrans" cxnId="{00C0AE43-9B4D-4362-B07E-BF3E14F0B797}">
      <dgm:prSet/>
      <dgm:spPr/>
      <dgm:t>
        <a:bodyPr/>
        <a:lstStyle/>
        <a:p>
          <a:endParaRPr lang="en-US"/>
        </a:p>
      </dgm:t>
    </dgm:pt>
    <dgm:pt modelId="{EB3F3EC5-E06E-4AD3-93FD-C2D4BC4EB44F}">
      <dgm:prSet/>
      <dgm:spPr/>
      <dgm:t>
        <a:bodyPr/>
        <a:lstStyle/>
        <a:p>
          <a:r>
            <a:rPr lang="en-US"/>
            <a:t>Client-side validation enforces valid hour ranges.</a:t>
          </a:r>
        </a:p>
      </dgm:t>
    </dgm:pt>
    <dgm:pt modelId="{CA4D71CA-54D1-4D6A-BFED-4B841A5D50C6}" type="parTrans" cxnId="{91B05C87-06C5-4C6F-BBD6-D1CE312878A6}">
      <dgm:prSet/>
      <dgm:spPr/>
      <dgm:t>
        <a:bodyPr/>
        <a:lstStyle/>
        <a:p>
          <a:endParaRPr lang="en-US"/>
        </a:p>
      </dgm:t>
    </dgm:pt>
    <dgm:pt modelId="{007C36A9-9E4C-4AB8-B30C-E2D04D461624}" type="sibTrans" cxnId="{91B05C87-06C5-4C6F-BBD6-D1CE312878A6}">
      <dgm:prSet/>
      <dgm:spPr/>
      <dgm:t>
        <a:bodyPr/>
        <a:lstStyle/>
        <a:p>
          <a:endParaRPr lang="en-US"/>
        </a:p>
      </dgm:t>
    </dgm:pt>
    <dgm:pt modelId="{55BD21A8-CD0C-4213-9E31-FCD2CA78EE4A}">
      <dgm:prSet/>
      <dgm:spPr/>
      <dgm:t>
        <a:bodyPr/>
        <a:lstStyle/>
        <a:p>
          <a:r>
            <a:rPr lang="en-US"/>
            <a:t>Uploaded files stored securely with unique filenames.</a:t>
          </a:r>
        </a:p>
      </dgm:t>
    </dgm:pt>
    <dgm:pt modelId="{BC669882-E29D-4DEE-BDDE-88314361FAE7}" type="parTrans" cxnId="{1DC23F41-36D6-4266-9B66-06229B7A5C59}">
      <dgm:prSet/>
      <dgm:spPr/>
      <dgm:t>
        <a:bodyPr/>
        <a:lstStyle/>
        <a:p>
          <a:endParaRPr lang="en-US"/>
        </a:p>
      </dgm:t>
    </dgm:pt>
    <dgm:pt modelId="{D269AEDD-EEEB-48B9-8DF3-24FA8B8E93DA}" type="sibTrans" cxnId="{1DC23F41-36D6-4266-9B66-06229B7A5C59}">
      <dgm:prSet/>
      <dgm:spPr/>
      <dgm:t>
        <a:bodyPr/>
        <a:lstStyle/>
        <a:p>
          <a:endParaRPr lang="en-US"/>
        </a:p>
      </dgm:t>
    </dgm:pt>
    <dgm:pt modelId="{B67D437C-C018-476A-A0A5-7D1739322D2F}" type="pres">
      <dgm:prSet presAssocID="{190E46F4-9939-4335-AF25-9360690052EB}" presName="root" presStyleCnt="0">
        <dgm:presLayoutVars>
          <dgm:dir/>
          <dgm:resizeHandles val="exact"/>
        </dgm:presLayoutVars>
      </dgm:prSet>
      <dgm:spPr/>
    </dgm:pt>
    <dgm:pt modelId="{5B685915-CE5F-4EE1-A95D-43A00A62E476}" type="pres">
      <dgm:prSet presAssocID="{190E46F4-9939-4335-AF25-9360690052EB}" presName="container" presStyleCnt="0">
        <dgm:presLayoutVars>
          <dgm:dir/>
          <dgm:resizeHandles val="exact"/>
        </dgm:presLayoutVars>
      </dgm:prSet>
      <dgm:spPr/>
    </dgm:pt>
    <dgm:pt modelId="{0D7AFCF5-1091-4083-BEC7-7348F05B6776}" type="pres">
      <dgm:prSet presAssocID="{8418F164-0E76-4680-93D7-9B57B4E1E80F}" presName="compNode" presStyleCnt="0"/>
      <dgm:spPr/>
    </dgm:pt>
    <dgm:pt modelId="{73E2252E-5CF7-4825-AB45-3CB97748ACBD}" type="pres">
      <dgm:prSet presAssocID="{8418F164-0E76-4680-93D7-9B57B4E1E80F}" presName="iconBgRect" presStyleLbl="bgShp" presStyleIdx="0" presStyleCnt="4"/>
      <dgm:spPr/>
    </dgm:pt>
    <dgm:pt modelId="{68BF2179-6A48-4809-A063-3305EC969A70}" type="pres">
      <dgm:prSet presAssocID="{8418F164-0E76-4680-93D7-9B57B4E1E80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76BA862E-AA5A-42CB-A506-7B9D55D310C6}" type="pres">
      <dgm:prSet presAssocID="{8418F164-0E76-4680-93D7-9B57B4E1E80F}" presName="spaceRect" presStyleCnt="0"/>
      <dgm:spPr/>
    </dgm:pt>
    <dgm:pt modelId="{E6E99EAB-4B21-4818-9850-8520E925367B}" type="pres">
      <dgm:prSet presAssocID="{8418F164-0E76-4680-93D7-9B57B4E1E80F}" presName="textRect" presStyleLbl="revTx" presStyleIdx="0" presStyleCnt="4">
        <dgm:presLayoutVars>
          <dgm:chMax val="1"/>
          <dgm:chPref val="1"/>
        </dgm:presLayoutVars>
      </dgm:prSet>
      <dgm:spPr/>
    </dgm:pt>
    <dgm:pt modelId="{0FE746B5-7EEE-40E6-99CD-A99556C90836}" type="pres">
      <dgm:prSet presAssocID="{DA412666-EF00-4F28-969D-3A4F9819B877}" presName="sibTrans" presStyleLbl="sibTrans2D1" presStyleIdx="0" presStyleCnt="0"/>
      <dgm:spPr/>
    </dgm:pt>
    <dgm:pt modelId="{C42249C6-CD4D-49A0-90BF-B1A0DEE4CCB5}" type="pres">
      <dgm:prSet presAssocID="{0F662A29-A4C3-41F4-B3A5-B366B2672390}" presName="compNode" presStyleCnt="0"/>
      <dgm:spPr/>
    </dgm:pt>
    <dgm:pt modelId="{2A98E157-0B6B-4CFB-B7F6-8F5B608CD101}" type="pres">
      <dgm:prSet presAssocID="{0F662A29-A4C3-41F4-B3A5-B366B2672390}" presName="iconBgRect" presStyleLbl="bgShp" presStyleIdx="1" presStyleCnt="4"/>
      <dgm:spPr/>
    </dgm:pt>
    <dgm:pt modelId="{E4E83B37-81B4-4251-873C-66D8A91311FB}" type="pres">
      <dgm:prSet presAssocID="{0F662A29-A4C3-41F4-B3A5-B366B267239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lculator"/>
        </a:ext>
      </dgm:extLst>
    </dgm:pt>
    <dgm:pt modelId="{8DDCB61C-4167-4DE8-9F0B-5DF125A70260}" type="pres">
      <dgm:prSet presAssocID="{0F662A29-A4C3-41F4-B3A5-B366B2672390}" presName="spaceRect" presStyleCnt="0"/>
      <dgm:spPr/>
    </dgm:pt>
    <dgm:pt modelId="{E13BA591-C732-4179-B4C1-0265A8E1D0A2}" type="pres">
      <dgm:prSet presAssocID="{0F662A29-A4C3-41F4-B3A5-B366B2672390}" presName="textRect" presStyleLbl="revTx" presStyleIdx="1" presStyleCnt="4">
        <dgm:presLayoutVars>
          <dgm:chMax val="1"/>
          <dgm:chPref val="1"/>
        </dgm:presLayoutVars>
      </dgm:prSet>
      <dgm:spPr/>
    </dgm:pt>
    <dgm:pt modelId="{E4C52C86-6551-4C92-A64D-360DB3F89FD2}" type="pres">
      <dgm:prSet presAssocID="{3F796D35-9570-4CF1-B8CF-C814A900907E}" presName="sibTrans" presStyleLbl="sibTrans2D1" presStyleIdx="0" presStyleCnt="0"/>
      <dgm:spPr/>
    </dgm:pt>
    <dgm:pt modelId="{8DB1F6CF-A1A7-4D65-8BE2-5F441D7DF9C2}" type="pres">
      <dgm:prSet presAssocID="{EB3F3EC5-E06E-4AD3-93FD-C2D4BC4EB44F}" presName="compNode" presStyleCnt="0"/>
      <dgm:spPr/>
    </dgm:pt>
    <dgm:pt modelId="{A39E304D-61DD-4AB9-B262-5B3059D216B9}" type="pres">
      <dgm:prSet presAssocID="{EB3F3EC5-E06E-4AD3-93FD-C2D4BC4EB44F}" presName="iconBgRect" presStyleLbl="bgShp" presStyleIdx="2" presStyleCnt="4"/>
      <dgm:spPr/>
    </dgm:pt>
    <dgm:pt modelId="{73F9346E-1785-4C42-87D5-166A88D5EE73}" type="pres">
      <dgm:prSet presAssocID="{EB3F3EC5-E06E-4AD3-93FD-C2D4BC4EB44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Judge"/>
        </a:ext>
      </dgm:extLst>
    </dgm:pt>
    <dgm:pt modelId="{10CE4B26-CFD9-47D4-A17C-08E609A83EF1}" type="pres">
      <dgm:prSet presAssocID="{EB3F3EC5-E06E-4AD3-93FD-C2D4BC4EB44F}" presName="spaceRect" presStyleCnt="0"/>
      <dgm:spPr/>
    </dgm:pt>
    <dgm:pt modelId="{47BBF3B6-8820-444C-B1A6-50FBCB3D08FA}" type="pres">
      <dgm:prSet presAssocID="{EB3F3EC5-E06E-4AD3-93FD-C2D4BC4EB44F}" presName="textRect" presStyleLbl="revTx" presStyleIdx="2" presStyleCnt="4">
        <dgm:presLayoutVars>
          <dgm:chMax val="1"/>
          <dgm:chPref val="1"/>
        </dgm:presLayoutVars>
      </dgm:prSet>
      <dgm:spPr/>
    </dgm:pt>
    <dgm:pt modelId="{9799798C-9F0B-4566-8DBB-5C4DEA9B93CE}" type="pres">
      <dgm:prSet presAssocID="{007C36A9-9E4C-4AB8-B30C-E2D04D461624}" presName="sibTrans" presStyleLbl="sibTrans2D1" presStyleIdx="0" presStyleCnt="0"/>
      <dgm:spPr/>
    </dgm:pt>
    <dgm:pt modelId="{E7200683-3D7E-48A4-BB65-7AD2786816AC}" type="pres">
      <dgm:prSet presAssocID="{55BD21A8-CD0C-4213-9E31-FCD2CA78EE4A}" presName="compNode" presStyleCnt="0"/>
      <dgm:spPr/>
    </dgm:pt>
    <dgm:pt modelId="{828CE3EA-6F0A-44E2-A35C-0B63A5B1DC7D}" type="pres">
      <dgm:prSet presAssocID="{55BD21A8-CD0C-4213-9E31-FCD2CA78EE4A}" presName="iconBgRect" presStyleLbl="bgShp" presStyleIdx="3" presStyleCnt="4"/>
      <dgm:spPr/>
    </dgm:pt>
    <dgm:pt modelId="{81DD5949-A563-451D-ACB3-A5D84CEB21C8}" type="pres">
      <dgm:prSet presAssocID="{55BD21A8-CD0C-4213-9E31-FCD2CA78EE4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hredder"/>
        </a:ext>
      </dgm:extLst>
    </dgm:pt>
    <dgm:pt modelId="{CF7AC813-383F-4F9B-AB05-50492759932B}" type="pres">
      <dgm:prSet presAssocID="{55BD21A8-CD0C-4213-9E31-FCD2CA78EE4A}" presName="spaceRect" presStyleCnt="0"/>
      <dgm:spPr/>
    </dgm:pt>
    <dgm:pt modelId="{592D4D32-0B6F-450E-AA10-01BBEE923BC9}" type="pres">
      <dgm:prSet presAssocID="{55BD21A8-CD0C-4213-9E31-FCD2CA78EE4A}" presName="textRect" presStyleLbl="revTx" presStyleIdx="3" presStyleCnt="4">
        <dgm:presLayoutVars>
          <dgm:chMax val="1"/>
          <dgm:chPref val="1"/>
        </dgm:presLayoutVars>
      </dgm:prSet>
      <dgm:spPr/>
    </dgm:pt>
  </dgm:ptLst>
  <dgm:cxnLst>
    <dgm:cxn modelId="{6E896A09-013F-4921-A91F-A0AD710F1239}" type="presOf" srcId="{190E46F4-9939-4335-AF25-9360690052EB}" destId="{B67D437C-C018-476A-A0A5-7D1739322D2F}" srcOrd="0" destOrd="0" presId="urn:microsoft.com/office/officeart/2018/2/layout/IconCircleList"/>
    <dgm:cxn modelId="{8D5A1338-41E4-483D-8547-D670DC97B555}" type="presOf" srcId="{55BD21A8-CD0C-4213-9E31-FCD2CA78EE4A}" destId="{592D4D32-0B6F-450E-AA10-01BBEE923BC9}" srcOrd="0" destOrd="0" presId="urn:microsoft.com/office/officeart/2018/2/layout/IconCircleList"/>
    <dgm:cxn modelId="{3E5D113E-DFC7-4469-8F70-4CE45B4012D9}" type="presOf" srcId="{0F662A29-A4C3-41F4-B3A5-B366B2672390}" destId="{E13BA591-C732-4179-B4C1-0265A8E1D0A2}" srcOrd="0" destOrd="0" presId="urn:microsoft.com/office/officeart/2018/2/layout/IconCircleList"/>
    <dgm:cxn modelId="{1DC23F41-36D6-4266-9B66-06229B7A5C59}" srcId="{190E46F4-9939-4335-AF25-9360690052EB}" destId="{55BD21A8-CD0C-4213-9E31-FCD2CA78EE4A}" srcOrd="3" destOrd="0" parTransId="{BC669882-E29D-4DEE-BDDE-88314361FAE7}" sibTransId="{D269AEDD-EEEB-48B9-8DF3-24FA8B8E93DA}"/>
    <dgm:cxn modelId="{00C0AE43-9B4D-4362-B07E-BF3E14F0B797}" srcId="{190E46F4-9939-4335-AF25-9360690052EB}" destId="{0F662A29-A4C3-41F4-B3A5-B366B2672390}" srcOrd="1" destOrd="0" parTransId="{CE45694C-082A-4399-A297-6C14015D5AE7}" sibTransId="{3F796D35-9570-4CF1-B8CF-C814A900907E}"/>
    <dgm:cxn modelId="{EFF7F76F-EC99-4F92-87EC-B69F361914C2}" type="presOf" srcId="{EB3F3EC5-E06E-4AD3-93FD-C2D4BC4EB44F}" destId="{47BBF3B6-8820-444C-B1A6-50FBCB3D08FA}" srcOrd="0" destOrd="0" presId="urn:microsoft.com/office/officeart/2018/2/layout/IconCircleList"/>
    <dgm:cxn modelId="{F73FB071-C1FC-4294-BA41-007E309CB5F6}" type="presOf" srcId="{8418F164-0E76-4680-93D7-9B57B4E1E80F}" destId="{E6E99EAB-4B21-4818-9850-8520E925367B}" srcOrd="0" destOrd="0" presId="urn:microsoft.com/office/officeart/2018/2/layout/IconCircleList"/>
    <dgm:cxn modelId="{91B05C87-06C5-4C6F-BBD6-D1CE312878A6}" srcId="{190E46F4-9939-4335-AF25-9360690052EB}" destId="{EB3F3EC5-E06E-4AD3-93FD-C2D4BC4EB44F}" srcOrd="2" destOrd="0" parTransId="{CA4D71CA-54D1-4D6A-BFED-4B841A5D50C6}" sibTransId="{007C36A9-9E4C-4AB8-B30C-E2D04D461624}"/>
    <dgm:cxn modelId="{828A6E9F-F0DA-4047-A511-BC1994C008F9}" type="presOf" srcId="{007C36A9-9E4C-4AB8-B30C-E2D04D461624}" destId="{9799798C-9F0B-4566-8DBB-5C4DEA9B93CE}" srcOrd="0" destOrd="0" presId="urn:microsoft.com/office/officeart/2018/2/layout/IconCircleList"/>
    <dgm:cxn modelId="{5258D1C2-4B5A-4B38-972B-9F0840E1F46F}" type="presOf" srcId="{3F796D35-9570-4CF1-B8CF-C814A900907E}" destId="{E4C52C86-6551-4C92-A64D-360DB3F89FD2}" srcOrd="0" destOrd="0" presId="urn:microsoft.com/office/officeart/2018/2/layout/IconCircleList"/>
    <dgm:cxn modelId="{EE46A4CB-C7DE-4740-B6CD-3D01D9049B09}" type="presOf" srcId="{DA412666-EF00-4F28-969D-3A4F9819B877}" destId="{0FE746B5-7EEE-40E6-99CD-A99556C90836}" srcOrd="0" destOrd="0" presId="urn:microsoft.com/office/officeart/2018/2/layout/IconCircleList"/>
    <dgm:cxn modelId="{EDFDA6D9-8A0A-457A-A495-B2C461027D21}" srcId="{190E46F4-9939-4335-AF25-9360690052EB}" destId="{8418F164-0E76-4680-93D7-9B57B4E1E80F}" srcOrd="0" destOrd="0" parTransId="{DF6F7316-E24C-4E02-B208-26D44C5EAAC6}" sibTransId="{DA412666-EF00-4F28-969D-3A4F9819B877}"/>
    <dgm:cxn modelId="{793E6A17-22FB-49B6-8F59-EE69A2B5C217}" type="presParOf" srcId="{B67D437C-C018-476A-A0A5-7D1739322D2F}" destId="{5B685915-CE5F-4EE1-A95D-43A00A62E476}" srcOrd="0" destOrd="0" presId="urn:microsoft.com/office/officeart/2018/2/layout/IconCircleList"/>
    <dgm:cxn modelId="{EFA0C1BA-40D4-47BF-9324-1E059CA902DE}" type="presParOf" srcId="{5B685915-CE5F-4EE1-A95D-43A00A62E476}" destId="{0D7AFCF5-1091-4083-BEC7-7348F05B6776}" srcOrd="0" destOrd="0" presId="urn:microsoft.com/office/officeart/2018/2/layout/IconCircleList"/>
    <dgm:cxn modelId="{280BDD2E-5DC0-4E9A-B887-8B0CE55C995F}" type="presParOf" srcId="{0D7AFCF5-1091-4083-BEC7-7348F05B6776}" destId="{73E2252E-5CF7-4825-AB45-3CB97748ACBD}" srcOrd="0" destOrd="0" presId="urn:microsoft.com/office/officeart/2018/2/layout/IconCircleList"/>
    <dgm:cxn modelId="{ABD54FFF-AAE6-4717-B77F-E5AA569FC05A}" type="presParOf" srcId="{0D7AFCF5-1091-4083-BEC7-7348F05B6776}" destId="{68BF2179-6A48-4809-A063-3305EC969A70}" srcOrd="1" destOrd="0" presId="urn:microsoft.com/office/officeart/2018/2/layout/IconCircleList"/>
    <dgm:cxn modelId="{A5A48B14-5DE3-4879-B7A4-5695EB40ED88}" type="presParOf" srcId="{0D7AFCF5-1091-4083-BEC7-7348F05B6776}" destId="{76BA862E-AA5A-42CB-A506-7B9D55D310C6}" srcOrd="2" destOrd="0" presId="urn:microsoft.com/office/officeart/2018/2/layout/IconCircleList"/>
    <dgm:cxn modelId="{E3BE9ED9-95DB-4605-8F7E-6D66399CB7C0}" type="presParOf" srcId="{0D7AFCF5-1091-4083-BEC7-7348F05B6776}" destId="{E6E99EAB-4B21-4818-9850-8520E925367B}" srcOrd="3" destOrd="0" presId="urn:microsoft.com/office/officeart/2018/2/layout/IconCircleList"/>
    <dgm:cxn modelId="{3A34CDA6-A207-40F4-8147-E00B11E4073C}" type="presParOf" srcId="{5B685915-CE5F-4EE1-A95D-43A00A62E476}" destId="{0FE746B5-7EEE-40E6-99CD-A99556C90836}" srcOrd="1" destOrd="0" presId="urn:microsoft.com/office/officeart/2018/2/layout/IconCircleList"/>
    <dgm:cxn modelId="{60CF6787-11AA-4042-819D-8F0C6EA0EFCE}" type="presParOf" srcId="{5B685915-CE5F-4EE1-A95D-43A00A62E476}" destId="{C42249C6-CD4D-49A0-90BF-B1A0DEE4CCB5}" srcOrd="2" destOrd="0" presId="urn:microsoft.com/office/officeart/2018/2/layout/IconCircleList"/>
    <dgm:cxn modelId="{280F41B1-FE86-4F34-BDF6-44935C1ED951}" type="presParOf" srcId="{C42249C6-CD4D-49A0-90BF-B1A0DEE4CCB5}" destId="{2A98E157-0B6B-4CFB-B7F6-8F5B608CD101}" srcOrd="0" destOrd="0" presId="urn:microsoft.com/office/officeart/2018/2/layout/IconCircleList"/>
    <dgm:cxn modelId="{1EDEE336-BF64-42BD-A229-A76D932EAC74}" type="presParOf" srcId="{C42249C6-CD4D-49A0-90BF-B1A0DEE4CCB5}" destId="{E4E83B37-81B4-4251-873C-66D8A91311FB}" srcOrd="1" destOrd="0" presId="urn:microsoft.com/office/officeart/2018/2/layout/IconCircleList"/>
    <dgm:cxn modelId="{3D94C41A-25D7-4539-B6E2-403A3EF2A75A}" type="presParOf" srcId="{C42249C6-CD4D-49A0-90BF-B1A0DEE4CCB5}" destId="{8DDCB61C-4167-4DE8-9F0B-5DF125A70260}" srcOrd="2" destOrd="0" presId="urn:microsoft.com/office/officeart/2018/2/layout/IconCircleList"/>
    <dgm:cxn modelId="{2A9FD706-B3E8-461F-BF15-809A3682FFD9}" type="presParOf" srcId="{C42249C6-CD4D-49A0-90BF-B1A0DEE4CCB5}" destId="{E13BA591-C732-4179-B4C1-0265A8E1D0A2}" srcOrd="3" destOrd="0" presId="urn:microsoft.com/office/officeart/2018/2/layout/IconCircleList"/>
    <dgm:cxn modelId="{2354E033-AF29-46DC-B682-0E856BBE6B78}" type="presParOf" srcId="{5B685915-CE5F-4EE1-A95D-43A00A62E476}" destId="{E4C52C86-6551-4C92-A64D-360DB3F89FD2}" srcOrd="3" destOrd="0" presId="urn:microsoft.com/office/officeart/2018/2/layout/IconCircleList"/>
    <dgm:cxn modelId="{4EC1FF2C-7D46-417D-9E58-60F99C2E4178}" type="presParOf" srcId="{5B685915-CE5F-4EE1-A95D-43A00A62E476}" destId="{8DB1F6CF-A1A7-4D65-8BE2-5F441D7DF9C2}" srcOrd="4" destOrd="0" presId="urn:microsoft.com/office/officeart/2018/2/layout/IconCircleList"/>
    <dgm:cxn modelId="{548F9096-4B52-4703-8016-7BC93C60B2D2}" type="presParOf" srcId="{8DB1F6CF-A1A7-4D65-8BE2-5F441D7DF9C2}" destId="{A39E304D-61DD-4AB9-B262-5B3059D216B9}" srcOrd="0" destOrd="0" presId="urn:microsoft.com/office/officeart/2018/2/layout/IconCircleList"/>
    <dgm:cxn modelId="{CC57C081-9B3D-45DE-B837-1236DE206093}" type="presParOf" srcId="{8DB1F6CF-A1A7-4D65-8BE2-5F441D7DF9C2}" destId="{73F9346E-1785-4C42-87D5-166A88D5EE73}" srcOrd="1" destOrd="0" presId="urn:microsoft.com/office/officeart/2018/2/layout/IconCircleList"/>
    <dgm:cxn modelId="{2B83F41F-2D79-4AFB-9CCB-00AFDCDB1A0A}" type="presParOf" srcId="{8DB1F6CF-A1A7-4D65-8BE2-5F441D7DF9C2}" destId="{10CE4B26-CFD9-47D4-A17C-08E609A83EF1}" srcOrd="2" destOrd="0" presId="urn:microsoft.com/office/officeart/2018/2/layout/IconCircleList"/>
    <dgm:cxn modelId="{9A944298-EB82-48A4-9605-4C08D14DF5A2}" type="presParOf" srcId="{8DB1F6CF-A1A7-4D65-8BE2-5F441D7DF9C2}" destId="{47BBF3B6-8820-444C-B1A6-50FBCB3D08FA}" srcOrd="3" destOrd="0" presId="urn:microsoft.com/office/officeart/2018/2/layout/IconCircleList"/>
    <dgm:cxn modelId="{A01AACBB-BF11-46D4-97B7-90BB4FED6960}" type="presParOf" srcId="{5B685915-CE5F-4EE1-A95D-43A00A62E476}" destId="{9799798C-9F0B-4566-8DBB-5C4DEA9B93CE}" srcOrd="5" destOrd="0" presId="urn:microsoft.com/office/officeart/2018/2/layout/IconCircleList"/>
    <dgm:cxn modelId="{0B42D95A-6B5D-4DBA-8BAD-DF798F31DBF0}" type="presParOf" srcId="{5B685915-CE5F-4EE1-A95D-43A00A62E476}" destId="{E7200683-3D7E-48A4-BB65-7AD2786816AC}" srcOrd="6" destOrd="0" presId="urn:microsoft.com/office/officeart/2018/2/layout/IconCircleList"/>
    <dgm:cxn modelId="{987591D7-3EAD-4D8F-8EE9-53A4B8CCACA9}" type="presParOf" srcId="{E7200683-3D7E-48A4-BB65-7AD2786816AC}" destId="{828CE3EA-6F0A-44E2-A35C-0B63A5B1DC7D}" srcOrd="0" destOrd="0" presId="urn:microsoft.com/office/officeart/2018/2/layout/IconCircleList"/>
    <dgm:cxn modelId="{5D28EFE1-09C3-439A-94D8-053DA456AF22}" type="presParOf" srcId="{E7200683-3D7E-48A4-BB65-7AD2786816AC}" destId="{81DD5949-A563-451D-ACB3-A5D84CEB21C8}" srcOrd="1" destOrd="0" presId="urn:microsoft.com/office/officeart/2018/2/layout/IconCircleList"/>
    <dgm:cxn modelId="{98903A68-72CD-46DF-B245-2B7B40B4CE8A}" type="presParOf" srcId="{E7200683-3D7E-48A4-BB65-7AD2786816AC}" destId="{CF7AC813-383F-4F9B-AB05-50492759932B}" srcOrd="2" destOrd="0" presId="urn:microsoft.com/office/officeart/2018/2/layout/IconCircleList"/>
    <dgm:cxn modelId="{E7C4DA28-B861-4B3E-9DD3-8B193D8213AA}" type="presParOf" srcId="{E7200683-3D7E-48A4-BB65-7AD2786816AC}" destId="{592D4D32-0B6F-450E-AA10-01BBEE923BC9}"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5D62F9B-9BDB-455F-84E5-80A00F0CFF2E}"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9B942F3-454C-4F77-848B-78DDBF2916A2}">
      <dgm:prSet/>
      <dgm:spPr/>
      <dgm:t>
        <a:bodyPr/>
        <a:lstStyle/>
        <a:p>
          <a:pPr>
            <a:defRPr cap="all"/>
          </a:pPr>
          <a:r>
            <a:rPr lang="en-US"/>
            <a:t>Coordinators see only pending claims.</a:t>
          </a:r>
        </a:p>
      </dgm:t>
    </dgm:pt>
    <dgm:pt modelId="{6FE940B0-0FDE-4A68-AE34-76C8A0A07687}" type="parTrans" cxnId="{94A09BA4-CFC8-4B29-98B6-560A2B599695}">
      <dgm:prSet/>
      <dgm:spPr/>
      <dgm:t>
        <a:bodyPr/>
        <a:lstStyle/>
        <a:p>
          <a:endParaRPr lang="en-US"/>
        </a:p>
      </dgm:t>
    </dgm:pt>
    <dgm:pt modelId="{5247319B-B117-4F3B-9D2B-057AB76A6627}" type="sibTrans" cxnId="{94A09BA4-CFC8-4B29-98B6-560A2B599695}">
      <dgm:prSet/>
      <dgm:spPr/>
      <dgm:t>
        <a:bodyPr/>
        <a:lstStyle/>
        <a:p>
          <a:endParaRPr lang="en-US"/>
        </a:p>
      </dgm:t>
    </dgm:pt>
    <dgm:pt modelId="{77F0FADD-6D46-4003-8F88-02016BB08914}">
      <dgm:prSet/>
      <dgm:spPr/>
      <dgm:t>
        <a:bodyPr/>
        <a:lstStyle/>
        <a:p>
          <a:pPr>
            <a:defRPr cap="all"/>
          </a:pPr>
          <a:r>
            <a:rPr lang="en-US"/>
            <a:t>One-click approval updates database safely.</a:t>
          </a:r>
        </a:p>
      </dgm:t>
    </dgm:pt>
    <dgm:pt modelId="{0690AC5C-1D1C-4C38-AFFD-45C7271D42ED}" type="parTrans" cxnId="{3FC0881E-3057-49C0-B99A-D2FE23AEA171}">
      <dgm:prSet/>
      <dgm:spPr/>
      <dgm:t>
        <a:bodyPr/>
        <a:lstStyle/>
        <a:p>
          <a:endParaRPr lang="en-US"/>
        </a:p>
      </dgm:t>
    </dgm:pt>
    <dgm:pt modelId="{23E8A77E-7106-4B0F-844C-EF43DB9EA4C0}" type="sibTrans" cxnId="{3FC0881E-3057-49C0-B99A-D2FE23AEA171}">
      <dgm:prSet/>
      <dgm:spPr/>
      <dgm:t>
        <a:bodyPr/>
        <a:lstStyle/>
        <a:p>
          <a:endParaRPr lang="en-US"/>
        </a:p>
      </dgm:t>
    </dgm:pt>
    <dgm:pt modelId="{0E91BD2A-4F39-41D8-BD40-D3376972D667}">
      <dgm:prSet/>
      <dgm:spPr/>
      <dgm:t>
        <a:bodyPr/>
        <a:lstStyle/>
        <a:p>
          <a:pPr>
            <a:defRPr cap="all"/>
          </a:pPr>
          <a:r>
            <a:rPr lang="en-US"/>
            <a:t>Managers view all departmental claims.</a:t>
          </a:r>
        </a:p>
      </dgm:t>
    </dgm:pt>
    <dgm:pt modelId="{DC6F77A5-35A9-4E3D-B4A7-52A616913799}" type="parTrans" cxnId="{764DA294-6004-49C1-93E1-B220699B5FFF}">
      <dgm:prSet/>
      <dgm:spPr/>
      <dgm:t>
        <a:bodyPr/>
        <a:lstStyle/>
        <a:p>
          <a:endParaRPr lang="en-US"/>
        </a:p>
      </dgm:t>
    </dgm:pt>
    <dgm:pt modelId="{A242DEAB-DE25-4634-8334-424D93258D5A}" type="sibTrans" cxnId="{764DA294-6004-49C1-93E1-B220699B5FFF}">
      <dgm:prSet/>
      <dgm:spPr/>
      <dgm:t>
        <a:bodyPr/>
        <a:lstStyle/>
        <a:p>
          <a:endParaRPr lang="en-US"/>
        </a:p>
      </dgm:t>
    </dgm:pt>
    <dgm:pt modelId="{076489AD-1A83-4B14-9C33-FDD981377B92}">
      <dgm:prSet/>
      <dgm:spPr/>
      <dgm:t>
        <a:bodyPr/>
        <a:lstStyle/>
        <a:p>
          <a:pPr>
            <a:defRPr cap="all"/>
          </a:pPr>
          <a:r>
            <a:rPr lang="en-US"/>
            <a:t>Entity Framework ensures secure data updates.</a:t>
          </a:r>
        </a:p>
      </dgm:t>
    </dgm:pt>
    <dgm:pt modelId="{8B05C47F-BE37-4D40-8CBD-CB545B3EA18A}" type="parTrans" cxnId="{7ACAB133-FC0A-4C91-A537-9800E8C3ABC7}">
      <dgm:prSet/>
      <dgm:spPr/>
      <dgm:t>
        <a:bodyPr/>
        <a:lstStyle/>
        <a:p>
          <a:endParaRPr lang="en-US"/>
        </a:p>
      </dgm:t>
    </dgm:pt>
    <dgm:pt modelId="{E1060F0A-FB38-4125-874C-93E315F9F783}" type="sibTrans" cxnId="{7ACAB133-FC0A-4C91-A537-9800E8C3ABC7}">
      <dgm:prSet/>
      <dgm:spPr/>
      <dgm:t>
        <a:bodyPr/>
        <a:lstStyle/>
        <a:p>
          <a:endParaRPr lang="en-US"/>
        </a:p>
      </dgm:t>
    </dgm:pt>
    <dgm:pt modelId="{55B7A13A-C4CA-4E84-BB9D-2D002950AE0C}" type="pres">
      <dgm:prSet presAssocID="{A5D62F9B-9BDB-455F-84E5-80A00F0CFF2E}" presName="root" presStyleCnt="0">
        <dgm:presLayoutVars>
          <dgm:dir/>
          <dgm:resizeHandles val="exact"/>
        </dgm:presLayoutVars>
      </dgm:prSet>
      <dgm:spPr/>
    </dgm:pt>
    <dgm:pt modelId="{307D38A7-90F4-4F0A-A450-D35A42C62A00}" type="pres">
      <dgm:prSet presAssocID="{69B942F3-454C-4F77-848B-78DDBF2916A2}" presName="compNode" presStyleCnt="0"/>
      <dgm:spPr/>
    </dgm:pt>
    <dgm:pt modelId="{572D0F81-2611-4D1B-A735-A31D4541B5FB}" type="pres">
      <dgm:prSet presAssocID="{69B942F3-454C-4F77-848B-78DDBF2916A2}" presName="iconBgRect" presStyleLbl="bgShp" presStyleIdx="0" presStyleCnt="4"/>
      <dgm:spPr/>
    </dgm:pt>
    <dgm:pt modelId="{A12EF128-EEEB-4A31-B634-8D25F7DF1723}" type="pres">
      <dgm:prSet presAssocID="{69B942F3-454C-4F77-848B-78DDBF2916A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l center"/>
        </a:ext>
      </dgm:extLst>
    </dgm:pt>
    <dgm:pt modelId="{0948835C-59F3-4488-A3E6-45F9EFE2C835}" type="pres">
      <dgm:prSet presAssocID="{69B942F3-454C-4F77-848B-78DDBF2916A2}" presName="spaceRect" presStyleCnt="0"/>
      <dgm:spPr/>
    </dgm:pt>
    <dgm:pt modelId="{A7DBEB46-4CA5-41DB-9608-B72E0FDC91B8}" type="pres">
      <dgm:prSet presAssocID="{69B942F3-454C-4F77-848B-78DDBF2916A2}" presName="textRect" presStyleLbl="revTx" presStyleIdx="0" presStyleCnt="4">
        <dgm:presLayoutVars>
          <dgm:chMax val="1"/>
          <dgm:chPref val="1"/>
        </dgm:presLayoutVars>
      </dgm:prSet>
      <dgm:spPr/>
    </dgm:pt>
    <dgm:pt modelId="{41782B74-6087-47CA-B94F-91E43755E29F}" type="pres">
      <dgm:prSet presAssocID="{5247319B-B117-4F3B-9D2B-057AB76A6627}" presName="sibTrans" presStyleCnt="0"/>
      <dgm:spPr/>
    </dgm:pt>
    <dgm:pt modelId="{2806F8C5-C0C0-4AB0-8273-8871EBB59258}" type="pres">
      <dgm:prSet presAssocID="{77F0FADD-6D46-4003-8F88-02016BB08914}" presName="compNode" presStyleCnt="0"/>
      <dgm:spPr/>
    </dgm:pt>
    <dgm:pt modelId="{118A31BE-EB03-472B-9B6F-9F6D0FC9B41F}" type="pres">
      <dgm:prSet presAssocID="{77F0FADD-6D46-4003-8F88-02016BB08914}" presName="iconBgRect" presStyleLbl="bgShp" presStyleIdx="1" presStyleCnt="4"/>
      <dgm:spPr/>
    </dgm:pt>
    <dgm:pt modelId="{7FC770E8-3C67-40D1-AD33-BB6697E8A69E}" type="pres">
      <dgm:prSet presAssocID="{77F0FADD-6D46-4003-8F88-02016BB0891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0F442749-1727-433D-9B76-4BAD9D2C4EE1}" type="pres">
      <dgm:prSet presAssocID="{77F0FADD-6D46-4003-8F88-02016BB08914}" presName="spaceRect" presStyleCnt="0"/>
      <dgm:spPr/>
    </dgm:pt>
    <dgm:pt modelId="{E0FC76E1-7CAB-4EFB-8597-8A55A401E6F7}" type="pres">
      <dgm:prSet presAssocID="{77F0FADD-6D46-4003-8F88-02016BB08914}" presName="textRect" presStyleLbl="revTx" presStyleIdx="1" presStyleCnt="4">
        <dgm:presLayoutVars>
          <dgm:chMax val="1"/>
          <dgm:chPref val="1"/>
        </dgm:presLayoutVars>
      </dgm:prSet>
      <dgm:spPr/>
    </dgm:pt>
    <dgm:pt modelId="{611406CE-9B3B-406B-8AB3-075D662796FC}" type="pres">
      <dgm:prSet presAssocID="{23E8A77E-7106-4B0F-844C-EF43DB9EA4C0}" presName="sibTrans" presStyleCnt="0"/>
      <dgm:spPr/>
    </dgm:pt>
    <dgm:pt modelId="{C8921EA1-6B20-4E54-BB6D-6DD5845968AE}" type="pres">
      <dgm:prSet presAssocID="{0E91BD2A-4F39-41D8-BD40-D3376972D667}" presName="compNode" presStyleCnt="0"/>
      <dgm:spPr/>
    </dgm:pt>
    <dgm:pt modelId="{7E1EE269-66F6-4FC1-863F-68A866CD1A70}" type="pres">
      <dgm:prSet presAssocID="{0E91BD2A-4F39-41D8-BD40-D3376972D667}" presName="iconBgRect" presStyleLbl="bgShp" presStyleIdx="2" presStyleCnt="4"/>
      <dgm:spPr/>
    </dgm:pt>
    <dgm:pt modelId="{873625CF-A6C9-4079-BF9A-26C7ABC76BAB}" type="pres">
      <dgm:prSet presAssocID="{0E91BD2A-4F39-41D8-BD40-D3376972D66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EF1852CE-9E2A-4803-96D2-1CA155A20119}" type="pres">
      <dgm:prSet presAssocID="{0E91BD2A-4F39-41D8-BD40-D3376972D667}" presName="spaceRect" presStyleCnt="0"/>
      <dgm:spPr/>
    </dgm:pt>
    <dgm:pt modelId="{A8AD980F-5A6F-4690-B6DE-DE570EE1FDAA}" type="pres">
      <dgm:prSet presAssocID="{0E91BD2A-4F39-41D8-BD40-D3376972D667}" presName="textRect" presStyleLbl="revTx" presStyleIdx="2" presStyleCnt="4">
        <dgm:presLayoutVars>
          <dgm:chMax val="1"/>
          <dgm:chPref val="1"/>
        </dgm:presLayoutVars>
      </dgm:prSet>
      <dgm:spPr/>
    </dgm:pt>
    <dgm:pt modelId="{1C143336-69AF-419F-990A-E80FADF220E3}" type="pres">
      <dgm:prSet presAssocID="{A242DEAB-DE25-4634-8334-424D93258D5A}" presName="sibTrans" presStyleCnt="0"/>
      <dgm:spPr/>
    </dgm:pt>
    <dgm:pt modelId="{A6B5E6E8-9536-4683-90AB-3BF398F74B66}" type="pres">
      <dgm:prSet presAssocID="{076489AD-1A83-4B14-9C33-FDD981377B92}" presName="compNode" presStyleCnt="0"/>
      <dgm:spPr/>
    </dgm:pt>
    <dgm:pt modelId="{24AE6435-7FD7-4376-B7FA-CA158448751B}" type="pres">
      <dgm:prSet presAssocID="{076489AD-1A83-4B14-9C33-FDD981377B92}" presName="iconBgRect" presStyleLbl="bgShp" presStyleIdx="3" presStyleCnt="4"/>
      <dgm:spPr/>
    </dgm:pt>
    <dgm:pt modelId="{31BB6C15-E627-4DA3-80A5-C4B6F0C7944B}" type="pres">
      <dgm:prSet presAssocID="{076489AD-1A83-4B14-9C33-FDD981377B9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ck"/>
        </a:ext>
      </dgm:extLst>
    </dgm:pt>
    <dgm:pt modelId="{1301ABAB-1704-476A-94DF-7FB6E7717D8E}" type="pres">
      <dgm:prSet presAssocID="{076489AD-1A83-4B14-9C33-FDD981377B92}" presName="spaceRect" presStyleCnt="0"/>
      <dgm:spPr/>
    </dgm:pt>
    <dgm:pt modelId="{CE6EBB40-B0BC-4E96-8767-3D5F4AEB3E75}" type="pres">
      <dgm:prSet presAssocID="{076489AD-1A83-4B14-9C33-FDD981377B92}" presName="textRect" presStyleLbl="revTx" presStyleIdx="3" presStyleCnt="4">
        <dgm:presLayoutVars>
          <dgm:chMax val="1"/>
          <dgm:chPref val="1"/>
        </dgm:presLayoutVars>
      </dgm:prSet>
      <dgm:spPr/>
    </dgm:pt>
  </dgm:ptLst>
  <dgm:cxnLst>
    <dgm:cxn modelId="{3E4F2419-4173-445F-9892-BF9B7D162C50}" type="presOf" srcId="{77F0FADD-6D46-4003-8F88-02016BB08914}" destId="{E0FC76E1-7CAB-4EFB-8597-8A55A401E6F7}" srcOrd="0" destOrd="0" presId="urn:microsoft.com/office/officeart/2018/5/layout/IconCircleLabelList"/>
    <dgm:cxn modelId="{5291401A-4765-4D20-8D9C-F6530A4821CE}" type="presOf" srcId="{076489AD-1A83-4B14-9C33-FDD981377B92}" destId="{CE6EBB40-B0BC-4E96-8767-3D5F4AEB3E75}" srcOrd="0" destOrd="0" presId="urn:microsoft.com/office/officeart/2018/5/layout/IconCircleLabelList"/>
    <dgm:cxn modelId="{930B931B-98C7-4910-B1D7-A2621E3ADD5C}" type="presOf" srcId="{0E91BD2A-4F39-41D8-BD40-D3376972D667}" destId="{A8AD980F-5A6F-4690-B6DE-DE570EE1FDAA}" srcOrd="0" destOrd="0" presId="urn:microsoft.com/office/officeart/2018/5/layout/IconCircleLabelList"/>
    <dgm:cxn modelId="{3FC0881E-3057-49C0-B99A-D2FE23AEA171}" srcId="{A5D62F9B-9BDB-455F-84E5-80A00F0CFF2E}" destId="{77F0FADD-6D46-4003-8F88-02016BB08914}" srcOrd="1" destOrd="0" parTransId="{0690AC5C-1D1C-4C38-AFFD-45C7271D42ED}" sibTransId="{23E8A77E-7106-4B0F-844C-EF43DB9EA4C0}"/>
    <dgm:cxn modelId="{7ACAB133-FC0A-4C91-A537-9800E8C3ABC7}" srcId="{A5D62F9B-9BDB-455F-84E5-80A00F0CFF2E}" destId="{076489AD-1A83-4B14-9C33-FDD981377B92}" srcOrd="3" destOrd="0" parTransId="{8B05C47F-BE37-4D40-8CBD-CB545B3EA18A}" sibTransId="{E1060F0A-FB38-4125-874C-93E315F9F783}"/>
    <dgm:cxn modelId="{111D6D72-4BCA-45DD-B081-8564C3718B52}" type="presOf" srcId="{A5D62F9B-9BDB-455F-84E5-80A00F0CFF2E}" destId="{55B7A13A-C4CA-4E84-BB9D-2D002950AE0C}" srcOrd="0" destOrd="0" presId="urn:microsoft.com/office/officeart/2018/5/layout/IconCircleLabelList"/>
    <dgm:cxn modelId="{764DA294-6004-49C1-93E1-B220699B5FFF}" srcId="{A5D62F9B-9BDB-455F-84E5-80A00F0CFF2E}" destId="{0E91BD2A-4F39-41D8-BD40-D3376972D667}" srcOrd="2" destOrd="0" parTransId="{DC6F77A5-35A9-4E3D-B4A7-52A616913799}" sibTransId="{A242DEAB-DE25-4634-8334-424D93258D5A}"/>
    <dgm:cxn modelId="{94A09BA4-CFC8-4B29-98B6-560A2B599695}" srcId="{A5D62F9B-9BDB-455F-84E5-80A00F0CFF2E}" destId="{69B942F3-454C-4F77-848B-78DDBF2916A2}" srcOrd="0" destOrd="0" parTransId="{6FE940B0-0FDE-4A68-AE34-76C8A0A07687}" sibTransId="{5247319B-B117-4F3B-9D2B-057AB76A6627}"/>
    <dgm:cxn modelId="{7434FBF4-17BF-48B6-85AA-4ADC445CFFDD}" type="presOf" srcId="{69B942F3-454C-4F77-848B-78DDBF2916A2}" destId="{A7DBEB46-4CA5-41DB-9608-B72E0FDC91B8}" srcOrd="0" destOrd="0" presId="urn:microsoft.com/office/officeart/2018/5/layout/IconCircleLabelList"/>
    <dgm:cxn modelId="{EEE81511-672B-4F0D-8619-BC6C166CA967}" type="presParOf" srcId="{55B7A13A-C4CA-4E84-BB9D-2D002950AE0C}" destId="{307D38A7-90F4-4F0A-A450-D35A42C62A00}" srcOrd="0" destOrd="0" presId="urn:microsoft.com/office/officeart/2018/5/layout/IconCircleLabelList"/>
    <dgm:cxn modelId="{BCC74421-6B16-4D17-8D5F-2B454B40C82D}" type="presParOf" srcId="{307D38A7-90F4-4F0A-A450-D35A42C62A00}" destId="{572D0F81-2611-4D1B-A735-A31D4541B5FB}" srcOrd="0" destOrd="0" presId="urn:microsoft.com/office/officeart/2018/5/layout/IconCircleLabelList"/>
    <dgm:cxn modelId="{2CA51B65-7C6B-4D84-AA24-768FBA4C18B2}" type="presParOf" srcId="{307D38A7-90F4-4F0A-A450-D35A42C62A00}" destId="{A12EF128-EEEB-4A31-B634-8D25F7DF1723}" srcOrd="1" destOrd="0" presId="urn:microsoft.com/office/officeart/2018/5/layout/IconCircleLabelList"/>
    <dgm:cxn modelId="{14A6392F-9B2C-4126-B696-DB6768ACECD6}" type="presParOf" srcId="{307D38A7-90F4-4F0A-A450-D35A42C62A00}" destId="{0948835C-59F3-4488-A3E6-45F9EFE2C835}" srcOrd="2" destOrd="0" presId="urn:microsoft.com/office/officeart/2018/5/layout/IconCircleLabelList"/>
    <dgm:cxn modelId="{5534CCFF-E69B-42C6-ABD0-40A57AF0AAF3}" type="presParOf" srcId="{307D38A7-90F4-4F0A-A450-D35A42C62A00}" destId="{A7DBEB46-4CA5-41DB-9608-B72E0FDC91B8}" srcOrd="3" destOrd="0" presId="urn:microsoft.com/office/officeart/2018/5/layout/IconCircleLabelList"/>
    <dgm:cxn modelId="{3572927B-45BF-4CA6-B1DF-5930792B0631}" type="presParOf" srcId="{55B7A13A-C4CA-4E84-BB9D-2D002950AE0C}" destId="{41782B74-6087-47CA-B94F-91E43755E29F}" srcOrd="1" destOrd="0" presId="urn:microsoft.com/office/officeart/2018/5/layout/IconCircleLabelList"/>
    <dgm:cxn modelId="{11EA11C0-6DBE-47B7-BC81-0E2045E75E04}" type="presParOf" srcId="{55B7A13A-C4CA-4E84-BB9D-2D002950AE0C}" destId="{2806F8C5-C0C0-4AB0-8273-8871EBB59258}" srcOrd="2" destOrd="0" presId="urn:microsoft.com/office/officeart/2018/5/layout/IconCircleLabelList"/>
    <dgm:cxn modelId="{8B581F9B-B6C3-483D-A124-88B91567BF4D}" type="presParOf" srcId="{2806F8C5-C0C0-4AB0-8273-8871EBB59258}" destId="{118A31BE-EB03-472B-9B6F-9F6D0FC9B41F}" srcOrd="0" destOrd="0" presId="urn:microsoft.com/office/officeart/2018/5/layout/IconCircleLabelList"/>
    <dgm:cxn modelId="{CA5BE9FD-F52C-49A6-83DB-2BC5F10833B9}" type="presParOf" srcId="{2806F8C5-C0C0-4AB0-8273-8871EBB59258}" destId="{7FC770E8-3C67-40D1-AD33-BB6697E8A69E}" srcOrd="1" destOrd="0" presId="urn:microsoft.com/office/officeart/2018/5/layout/IconCircleLabelList"/>
    <dgm:cxn modelId="{67D54DBF-D0C0-4206-9180-7DFDF0BD47F9}" type="presParOf" srcId="{2806F8C5-C0C0-4AB0-8273-8871EBB59258}" destId="{0F442749-1727-433D-9B76-4BAD9D2C4EE1}" srcOrd="2" destOrd="0" presId="urn:microsoft.com/office/officeart/2018/5/layout/IconCircleLabelList"/>
    <dgm:cxn modelId="{904E6104-22C0-44D8-91F0-B9A0764CFC41}" type="presParOf" srcId="{2806F8C5-C0C0-4AB0-8273-8871EBB59258}" destId="{E0FC76E1-7CAB-4EFB-8597-8A55A401E6F7}" srcOrd="3" destOrd="0" presId="urn:microsoft.com/office/officeart/2018/5/layout/IconCircleLabelList"/>
    <dgm:cxn modelId="{B5492C5F-F19F-4682-8B28-76328529A98C}" type="presParOf" srcId="{55B7A13A-C4CA-4E84-BB9D-2D002950AE0C}" destId="{611406CE-9B3B-406B-8AB3-075D662796FC}" srcOrd="3" destOrd="0" presId="urn:microsoft.com/office/officeart/2018/5/layout/IconCircleLabelList"/>
    <dgm:cxn modelId="{CFD5DBE7-2C34-4149-846E-D835EC378DA6}" type="presParOf" srcId="{55B7A13A-C4CA-4E84-BB9D-2D002950AE0C}" destId="{C8921EA1-6B20-4E54-BB6D-6DD5845968AE}" srcOrd="4" destOrd="0" presId="urn:microsoft.com/office/officeart/2018/5/layout/IconCircleLabelList"/>
    <dgm:cxn modelId="{37763A92-9BA2-4B8B-99AD-048E530A03E1}" type="presParOf" srcId="{C8921EA1-6B20-4E54-BB6D-6DD5845968AE}" destId="{7E1EE269-66F6-4FC1-863F-68A866CD1A70}" srcOrd="0" destOrd="0" presId="urn:microsoft.com/office/officeart/2018/5/layout/IconCircleLabelList"/>
    <dgm:cxn modelId="{4B058F09-4CF7-4BC0-A0FE-A84C7E85BA2B}" type="presParOf" srcId="{C8921EA1-6B20-4E54-BB6D-6DD5845968AE}" destId="{873625CF-A6C9-4079-BF9A-26C7ABC76BAB}" srcOrd="1" destOrd="0" presId="urn:microsoft.com/office/officeart/2018/5/layout/IconCircleLabelList"/>
    <dgm:cxn modelId="{BB5443A2-831E-4E4E-B51E-DE538B35684E}" type="presParOf" srcId="{C8921EA1-6B20-4E54-BB6D-6DD5845968AE}" destId="{EF1852CE-9E2A-4803-96D2-1CA155A20119}" srcOrd="2" destOrd="0" presId="urn:microsoft.com/office/officeart/2018/5/layout/IconCircleLabelList"/>
    <dgm:cxn modelId="{00A2954D-F454-4AC1-8B93-DC7D57094811}" type="presParOf" srcId="{C8921EA1-6B20-4E54-BB6D-6DD5845968AE}" destId="{A8AD980F-5A6F-4690-B6DE-DE570EE1FDAA}" srcOrd="3" destOrd="0" presId="urn:microsoft.com/office/officeart/2018/5/layout/IconCircleLabelList"/>
    <dgm:cxn modelId="{C06B923B-9534-4285-A2C8-11BCADF7FEDE}" type="presParOf" srcId="{55B7A13A-C4CA-4E84-BB9D-2D002950AE0C}" destId="{1C143336-69AF-419F-990A-E80FADF220E3}" srcOrd="5" destOrd="0" presId="urn:microsoft.com/office/officeart/2018/5/layout/IconCircleLabelList"/>
    <dgm:cxn modelId="{061E2B13-A581-4C71-90A3-1F4B024E33F8}" type="presParOf" srcId="{55B7A13A-C4CA-4E84-BB9D-2D002950AE0C}" destId="{A6B5E6E8-9536-4683-90AB-3BF398F74B66}" srcOrd="6" destOrd="0" presId="urn:microsoft.com/office/officeart/2018/5/layout/IconCircleLabelList"/>
    <dgm:cxn modelId="{E89251B1-5D88-4EAA-89DF-78AC61113580}" type="presParOf" srcId="{A6B5E6E8-9536-4683-90AB-3BF398F74B66}" destId="{24AE6435-7FD7-4376-B7FA-CA158448751B}" srcOrd="0" destOrd="0" presId="urn:microsoft.com/office/officeart/2018/5/layout/IconCircleLabelList"/>
    <dgm:cxn modelId="{6AA0EABC-4423-430A-8C7C-18BE1EBEA4AE}" type="presParOf" srcId="{A6B5E6E8-9536-4683-90AB-3BF398F74B66}" destId="{31BB6C15-E627-4DA3-80A5-C4B6F0C7944B}" srcOrd="1" destOrd="0" presId="urn:microsoft.com/office/officeart/2018/5/layout/IconCircleLabelList"/>
    <dgm:cxn modelId="{3450E660-EC3A-4139-8E2C-BBE115B6C663}" type="presParOf" srcId="{A6B5E6E8-9536-4683-90AB-3BF398F74B66}" destId="{1301ABAB-1704-476A-94DF-7FB6E7717D8E}" srcOrd="2" destOrd="0" presId="urn:microsoft.com/office/officeart/2018/5/layout/IconCircleLabelList"/>
    <dgm:cxn modelId="{3658DF07-0261-40F1-9F48-74F91F9CEB91}" type="presParOf" srcId="{A6B5E6E8-9536-4683-90AB-3BF398F74B66}" destId="{CE6EBB40-B0BC-4E96-8767-3D5F4AEB3E75}"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3E14A1C-BB63-41A1-BFEE-4CDEE48CE604}"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1B2E22F-0322-40B7-B50B-C2EB17CF57C3}">
      <dgm:prSet/>
      <dgm:spPr/>
      <dgm:t>
        <a:bodyPr/>
        <a:lstStyle/>
        <a:p>
          <a:pPr>
            <a:defRPr cap="all"/>
          </a:pPr>
          <a:r>
            <a:rPr lang="en-US"/>
            <a:t>HR creates and manages all user accounts.</a:t>
          </a:r>
        </a:p>
      </dgm:t>
    </dgm:pt>
    <dgm:pt modelId="{98EBC3C3-B2FA-4C26-AC44-26CA3FB731AD}" type="parTrans" cxnId="{3A1FD736-0793-4B20-A6C4-F38ED3BA2D8C}">
      <dgm:prSet/>
      <dgm:spPr/>
      <dgm:t>
        <a:bodyPr/>
        <a:lstStyle/>
        <a:p>
          <a:endParaRPr lang="en-US"/>
        </a:p>
      </dgm:t>
    </dgm:pt>
    <dgm:pt modelId="{6BFC9BEE-9207-4641-B187-56531424CC78}" type="sibTrans" cxnId="{3A1FD736-0793-4B20-A6C4-F38ED3BA2D8C}">
      <dgm:prSet/>
      <dgm:spPr/>
      <dgm:t>
        <a:bodyPr/>
        <a:lstStyle/>
        <a:p>
          <a:endParaRPr lang="en-US"/>
        </a:p>
      </dgm:t>
    </dgm:pt>
    <dgm:pt modelId="{CFE63276-3BDA-45CE-BFD3-292B9C1D41FB}">
      <dgm:prSet/>
      <dgm:spPr/>
      <dgm:t>
        <a:bodyPr/>
        <a:lstStyle/>
        <a:p>
          <a:pPr>
            <a:defRPr cap="all"/>
          </a:pPr>
          <a:r>
            <a:rPr lang="en-US"/>
            <a:t>Sets lecturer rates during account creation.</a:t>
          </a:r>
        </a:p>
      </dgm:t>
    </dgm:pt>
    <dgm:pt modelId="{BB1F6CC2-92FB-49CD-BB1C-EC62ECAD60E1}" type="parTrans" cxnId="{A229AEDF-B4B0-4993-B8A1-FFCDF5007BC9}">
      <dgm:prSet/>
      <dgm:spPr/>
      <dgm:t>
        <a:bodyPr/>
        <a:lstStyle/>
        <a:p>
          <a:endParaRPr lang="en-US"/>
        </a:p>
      </dgm:t>
    </dgm:pt>
    <dgm:pt modelId="{DD7F1480-1420-4C55-A02B-D6F97E97F93D}" type="sibTrans" cxnId="{A229AEDF-B4B0-4993-B8A1-FFCDF5007BC9}">
      <dgm:prSet/>
      <dgm:spPr/>
      <dgm:t>
        <a:bodyPr/>
        <a:lstStyle/>
        <a:p>
          <a:endParaRPr lang="en-US"/>
        </a:p>
      </dgm:t>
    </dgm:pt>
    <dgm:pt modelId="{A1BC758B-B01D-4C06-A301-7A6FDDD0A03F}">
      <dgm:prSet/>
      <dgm:spPr/>
      <dgm:t>
        <a:bodyPr/>
        <a:lstStyle/>
        <a:p>
          <a:pPr>
            <a:defRPr cap="all"/>
          </a:pPr>
          <a:r>
            <a:rPr lang="en-US"/>
            <a:t>Generates payment/approval reports.</a:t>
          </a:r>
        </a:p>
      </dgm:t>
    </dgm:pt>
    <dgm:pt modelId="{93C7394C-6FB6-40EC-8DB9-71273B94039A}" type="parTrans" cxnId="{8DF1DF9A-62C7-4181-A41B-3D43A739B32C}">
      <dgm:prSet/>
      <dgm:spPr/>
      <dgm:t>
        <a:bodyPr/>
        <a:lstStyle/>
        <a:p>
          <a:endParaRPr lang="en-US"/>
        </a:p>
      </dgm:t>
    </dgm:pt>
    <dgm:pt modelId="{80671A37-40AC-453A-8DD6-DD77D6F048F8}" type="sibTrans" cxnId="{8DF1DF9A-62C7-4181-A41B-3D43A739B32C}">
      <dgm:prSet/>
      <dgm:spPr/>
      <dgm:t>
        <a:bodyPr/>
        <a:lstStyle/>
        <a:p>
          <a:endParaRPr lang="en-US"/>
        </a:p>
      </dgm:t>
    </dgm:pt>
    <dgm:pt modelId="{0AFEEE61-EC25-4003-A429-3034648670DB}">
      <dgm:prSet/>
      <dgm:spPr/>
      <dgm:t>
        <a:bodyPr/>
        <a:lstStyle/>
        <a:p>
          <a:pPr>
            <a:defRPr cap="all"/>
          </a:pPr>
          <a:r>
            <a:rPr lang="en-US"/>
            <a:t>Full control over personal details and passwords.</a:t>
          </a:r>
        </a:p>
      </dgm:t>
    </dgm:pt>
    <dgm:pt modelId="{05B977C9-2355-4B83-A340-5316623AC741}" type="parTrans" cxnId="{C504F60D-E473-4FF8-BDF0-18188222A765}">
      <dgm:prSet/>
      <dgm:spPr/>
      <dgm:t>
        <a:bodyPr/>
        <a:lstStyle/>
        <a:p>
          <a:endParaRPr lang="en-US"/>
        </a:p>
      </dgm:t>
    </dgm:pt>
    <dgm:pt modelId="{31252B1B-9F06-404E-8C9C-7E8EFE1D1BB2}" type="sibTrans" cxnId="{C504F60D-E473-4FF8-BDF0-18188222A765}">
      <dgm:prSet/>
      <dgm:spPr/>
      <dgm:t>
        <a:bodyPr/>
        <a:lstStyle/>
        <a:p>
          <a:endParaRPr lang="en-US"/>
        </a:p>
      </dgm:t>
    </dgm:pt>
    <dgm:pt modelId="{009CAFDD-B2A4-4FDC-8B79-8D2EA4F94B82}" type="pres">
      <dgm:prSet presAssocID="{73E14A1C-BB63-41A1-BFEE-4CDEE48CE604}" presName="root" presStyleCnt="0">
        <dgm:presLayoutVars>
          <dgm:dir/>
          <dgm:resizeHandles val="exact"/>
        </dgm:presLayoutVars>
      </dgm:prSet>
      <dgm:spPr/>
    </dgm:pt>
    <dgm:pt modelId="{03519135-2D6B-4680-8E15-E591A3DA99DF}" type="pres">
      <dgm:prSet presAssocID="{B1B2E22F-0322-40B7-B50B-C2EB17CF57C3}" presName="compNode" presStyleCnt="0"/>
      <dgm:spPr/>
    </dgm:pt>
    <dgm:pt modelId="{5C852542-4AF0-4F9F-AE1E-1C75020E3260}" type="pres">
      <dgm:prSet presAssocID="{B1B2E22F-0322-40B7-B50B-C2EB17CF57C3}" presName="iconBgRect" presStyleLbl="bgShp" presStyleIdx="0" presStyleCnt="4"/>
      <dgm:spPr>
        <a:prstGeom prst="round2DiagRect">
          <a:avLst>
            <a:gd name="adj1" fmla="val 29727"/>
            <a:gd name="adj2" fmla="val 0"/>
          </a:avLst>
        </a:prstGeom>
      </dgm:spPr>
    </dgm:pt>
    <dgm:pt modelId="{621BEEF4-BCDD-44EE-8B2E-F74DF62B6E91}" type="pres">
      <dgm:prSet presAssocID="{B1B2E22F-0322-40B7-B50B-C2EB17CF57C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D08DBD72-35F3-4B4E-A0E5-21472ACC75C3}" type="pres">
      <dgm:prSet presAssocID="{B1B2E22F-0322-40B7-B50B-C2EB17CF57C3}" presName="spaceRect" presStyleCnt="0"/>
      <dgm:spPr/>
    </dgm:pt>
    <dgm:pt modelId="{0F18E4A2-12B5-4E5F-82BC-13E3A376BD90}" type="pres">
      <dgm:prSet presAssocID="{B1B2E22F-0322-40B7-B50B-C2EB17CF57C3}" presName="textRect" presStyleLbl="revTx" presStyleIdx="0" presStyleCnt="4">
        <dgm:presLayoutVars>
          <dgm:chMax val="1"/>
          <dgm:chPref val="1"/>
        </dgm:presLayoutVars>
      </dgm:prSet>
      <dgm:spPr/>
    </dgm:pt>
    <dgm:pt modelId="{913C2431-F561-415A-9964-0A8E781D39CA}" type="pres">
      <dgm:prSet presAssocID="{6BFC9BEE-9207-4641-B187-56531424CC78}" presName="sibTrans" presStyleCnt="0"/>
      <dgm:spPr/>
    </dgm:pt>
    <dgm:pt modelId="{129CF379-BF0B-46CA-AB25-3183F2A1139B}" type="pres">
      <dgm:prSet presAssocID="{CFE63276-3BDA-45CE-BFD3-292B9C1D41FB}" presName="compNode" presStyleCnt="0"/>
      <dgm:spPr/>
    </dgm:pt>
    <dgm:pt modelId="{D21B97B4-2057-498A-AB4B-730A965BCBA4}" type="pres">
      <dgm:prSet presAssocID="{CFE63276-3BDA-45CE-BFD3-292B9C1D41FB}" presName="iconBgRect" presStyleLbl="bgShp" presStyleIdx="1" presStyleCnt="4"/>
      <dgm:spPr>
        <a:prstGeom prst="round2DiagRect">
          <a:avLst>
            <a:gd name="adj1" fmla="val 29727"/>
            <a:gd name="adj2" fmla="val 0"/>
          </a:avLst>
        </a:prstGeom>
      </dgm:spPr>
    </dgm:pt>
    <dgm:pt modelId="{FC923A69-1DDC-46E2-A0E7-176E3DC8C703}" type="pres">
      <dgm:prSet presAssocID="{CFE63276-3BDA-45CE-BFD3-292B9C1D41F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4F7D9A02-EDE5-4655-9BB5-F2A4C5981C0A}" type="pres">
      <dgm:prSet presAssocID="{CFE63276-3BDA-45CE-BFD3-292B9C1D41FB}" presName="spaceRect" presStyleCnt="0"/>
      <dgm:spPr/>
    </dgm:pt>
    <dgm:pt modelId="{2745A460-BA4F-4138-BCD8-57064124AF17}" type="pres">
      <dgm:prSet presAssocID="{CFE63276-3BDA-45CE-BFD3-292B9C1D41FB}" presName="textRect" presStyleLbl="revTx" presStyleIdx="1" presStyleCnt="4">
        <dgm:presLayoutVars>
          <dgm:chMax val="1"/>
          <dgm:chPref val="1"/>
        </dgm:presLayoutVars>
      </dgm:prSet>
      <dgm:spPr/>
    </dgm:pt>
    <dgm:pt modelId="{152969D9-D1F5-430A-99DA-D38F3B7B203E}" type="pres">
      <dgm:prSet presAssocID="{DD7F1480-1420-4C55-A02B-D6F97E97F93D}" presName="sibTrans" presStyleCnt="0"/>
      <dgm:spPr/>
    </dgm:pt>
    <dgm:pt modelId="{33BBE0F8-9373-4F4B-B184-D45A7EDF7845}" type="pres">
      <dgm:prSet presAssocID="{A1BC758B-B01D-4C06-A301-7A6FDDD0A03F}" presName="compNode" presStyleCnt="0"/>
      <dgm:spPr/>
    </dgm:pt>
    <dgm:pt modelId="{997188DD-1A18-4669-9BCE-387129A0FA97}" type="pres">
      <dgm:prSet presAssocID="{A1BC758B-B01D-4C06-A301-7A6FDDD0A03F}" presName="iconBgRect" presStyleLbl="bgShp" presStyleIdx="2" presStyleCnt="4"/>
      <dgm:spPr>
        <a:prstGeom prst="round2DiagRect">
          <a:avLst>
            <a:gd name="adj1" fmla="val 29727"/>
            <a:gd name="adj2" fmla="val 0"/>
          </a:avLst>
        </a:prstGeom>
      </dgm:spPr>
    </dgm:pt>
    <dgm:pt modelId="{E1200A59-B0BF-4703-AABB-57DE1BE362EC}" type="pres">
      <dgm:prSet presAssocID="{A1BC758B-B01D-4C06-A301-7A6FDDD0A03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gister"/>
        </a:ext>
      </dgm:extLst>
    </dgm:pt>
    <dgm:pt modelId="{9E9AF231-8239-4AC6-87F1-5887BF5F8383}" type="pres">
      <dgm:prSet presAssocID="{A1BC758B-B01D-4C06-A301-7A6FDDD0A03F}" presName="spaceRect" presStyleCnt="0"/>
      <dgm:spPr/>
    </dgm:pt>
    <dgm:pt modelId="{B0A92584-760A-41EC-91FF-E709FEF70441}" type="pres">
      <dgm:prSet presAssocID="{A1BC758B-B01D-4C06-A301-7A6FDDD0A03F}" presName="textRect" presStyleLbl="revTx" presStyleIdx="2" presStyleCnt="4">
        <dgm:presLayoutVars>
          <dgm:chMax val="1"/>
          <dgm:chPref val="1"/>
        </dgm:presLayoutVars>
      </dgm:prSet>
      <dgm:spPr/>
    </dgm:pt>
    <dgm:pt modelId="{6698341B-4E52-4EA5-8CBC-5DA325EDD0E3}" type="pres">
      <dgm:prSet presAssocID="{80671A37-40AC-453A-8DD6-DD77D6F048F8}" presName="sibTrans" presStyleCnt="0"/>
      <dgm:spPr/>
    </dgm:pt>
    <dgm:pt modelId="{2AC91A5A-3B37-40D5-83B6-99230C076720}" type="pres">
      <dgm:prSet presAssocID="{0AFEEE61-EC25-4003-A429-3034648670DB}" presName="compNode" presStyleCnt="0"/>
      <dgm:spPr/>
    </dgm:pt>
    <dgm:pt modelId="{2973FC9E-88E3-478F-93EE-949E3036001A}" type="pres">
      <dgm:prSet presAssocID="{0AFEEE61-EC25-4003-A429-3034648670DB}" presName="iconBgRect" presStyleLbl="bgShp" presStyleIdx="3" presStyleCnt="4"/>
      <dgm:spPr>
        <a:prstGeom prst="round2DiagRect">
          <a:avLst>
            <a:gd name="adj1" fmla="val 29727"/>
            <a:gd name="adj2" fmla="val 0"/>
          </a:avLst>
        </a:prstGeom>
      </dgm:spPr>
    </dgm:pt>
    <dgm:pt modelId="{EC3AB81B-5245-4941-A864-5C08387B9BDF}" type="pres">
      <dgm:prSet presAssocID="{0AFEEE61-EC25-4003-A429-3034648670D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ck"/>
        </a:ext>
      </dgm:extLst>
    </dgm:pt>
    <dgm:pt modelId="{3CF6164F-8579-422B-8336-30BB33D11F92}" type="pres">
      <dgm:prSet presAssocID="{0AFEEE61-EC25-4003-A429-3034648670DB}" presName="spaceRect" presStyleCnt="0"/>
      <dgm:spPr/>
    </dgm:pt>
    <dgm:pt modelId="{984DEB02-2B45-49BC-903B-F9F19FA2AAE5}" type="pres">
      <dgm:prSet presAssocID="{0AFEEE61-EC25-4003-A429-3034648670DB}" presName="textRect" presStyleLbl="revTx" presStyleIdx="3" presStyleCnt="4">
        <dgm:presLayoutVars>
          <dgm:chMax val="1"/>
          <dgm:chPref val="1"/>
        </dgm:presLayoutVars>
      </dgm:prSet>
      <dgm:spPr/>
    </dgm:pt>
  </dgm:ptLst>
  <dgm:cxnLst>
    <dgm:cxn modelId="{C504F60D-E473-4FF8-BDF0-18188222A765}" srcId="{73E14A1C-BB63-41A1-BFEE-4CDEE48CE604}" destId="{0AFEEE61-EC25-4003-A429-3034648670DB}" srcOrd="3" destOrd="0" parTransId="{05B977C9-2355-4B83-A340-5316623AC741}" sibTransId="{31252B1B-9F06-404E-8C9C-7E8EFE1D1BB2}"/>
    <dgm:cxn modelId="{3A1FD736-0793-4B20-A6C4-F38ED3BA2D8C}" srcId="{73E14A1C-BB63-41A1-BFEE-4CDEE48CE604}" destId="{B1B2E22F-0322-40B7-B50B-C2EB17CF57C3}" srcOrd="0" destOrd="0" parTransId="{98EBC3C3-B2FA-4C26-AC44-26CA3FB731AD}" sibTransId="{6BFC9BEE-9207-4641-B187-56531424CC78}"/>
    <dgm:cxn modelId="{1E732693-E127-4E12-B635-DB7C9799CD0B}" type="presOf" srcId="{0AFEEE61-EC25-4003-A429-3034648670DB}" destId="{984DEB02-2B45-49BC-903B-F9F19FA2AAE5}" srcOrd="0" destOrd="0" presId="urn:microsoft.com/office/officeart/2018/5/layout/IconLeafLabelList"/>
    <dgm:cxn modelId="{1E07FA95-F01C-4357-8ED6-5A9C98D3B439}" type="presOf" srcId="{CFE63276-3BDA-45CE-BFD3-292B9C1D41FB}" destId="{2745A460-BA4F-4138-BCD8-57064124AF17}" srcOrd="0" destOrd="0" presId="urn:microsoft.com/office/officeart/2018/5/layout/IconLeafLabelList"/>
    <dgm:cxn modelId="{440E1099-8591-448F-A5D4-E632140AA5BD}" type="presOf" srcId="{B1B2E22F-0322-40B7-B50B-C2EB17CF57C3}" destId="{0F18E4A2-12B5-4E5F-82BC-13E3A376BD90}" srcOrd="0" destOrd="0" presId="urn:microsoft.com/office/officeart/2018/5/layout/IconLeafLabelList"/>
    <dgm:cxn modelId="{8DF1DF9A-62C7-4181-A41B-3D43A739B32C}" srcId="{73E14A1C-BB63-41A1-BFEE-4CDEE48CE604}" destId="{A1BC758B-B01D-4C06-A301-7A6FDDD0A03F}" srcOrd="2" destOrd="0" parTransId="{93C7394C-6FB6-40EC-8DB9-71273B94039A}" sibTransId="{80671A37-40AC-453A-8DD6-DD77D6F048F8}"/>
    <dgm:cxn modelId="{B43519C4-9C13-4609-99F0-177F26390F0D}" type="presOf" srcId="{73E14A1C-BB63-41A1-BFEE-4CDEE48CE604}" destId="{009CAFDD-B2A4-4FDC-8B79-8D2EA4F94B82}" srcOrd="0" destOrd="0" presId="urn:microsoft.com/office/officeart/2018/5/layout/IconLeafLabelList"/>
    <dgm:cxn modelId="{A229AEDF-B4B0-4993-B8A1-FFCDF5007BC9}" srcId="{73E14A1C-BB63-41A1-BFEE-4CDEE48CE604}" destId="{CFE63276-3BDA-45CE-BFD3-292B9C1D41FB}" srcOrd="1" destOrd="0" parTransId="{BB1F6CC2-92FB-49CD-BB1C-EC62ECAD60E1}" sibTransId="{DD7F1480-1420-4C55-A02B-D6F97E97F93D}"/>
    <dgm:cxn modelId="{F448ADE7-A3B7-4C20-AC41-F12FF038219F}" type="presOf" srcId="{A1BC758B-B01D-4C06-A301-7A6FDDD0A03F}" destId="{B0A92584-760A-41EC-91FF-E709FEF70441}" srcOrd="0" destOrd="0" presId="urn:microsoft.com/office/officeart/2018/5/layout/IconLeafLabelList"/>
    <dgm:cxn modelId="{1B03DB1B-5F37-4B3F-9325-F2F7AA55906B}" type="presParOf" srcId="{009CAFDD-B2A4-4FDC-8B79-8D2EA4F94B82}" destId="{03519135-2D6B-4680-8E15-E591A3DA99DF}" srcOrd="0" destOrd="0" presId="urn:microsoft.com/office/officeart/2018/5/layout/IconLeafLabelList"/>
    <dgm:cxn modelId="{093F91A5-E966-49F5-A634-647841CE6C34}" type="presParOf" srcId="{03519135-2D6B-4680-8E15-E591A3DA99DF}" destId="{5C852542-4AF0-4F9F-AE1E-1C75020E3260}" srcOrd="0" destOrd="0" presId="urn:microsoft.com/office/officeart/2018/5/layout/IconLeafLabelList"/>
    <dgm:cxn modelId="{3F076297-FB7E-46CE-BDD5-EE4DE5B65269}" type="presParOf" srcId="{03519135-2D6B-4680-8E15-E591A3DA99DF}" destId="{621BEEF4-BCDD-44EE-8B2E-F74DF62B6E91}" srcOrd="1" destOrd="0" presId="urn:microsoft.com/office/officeart/2018/5/layout/IconLeafLabelList"/>
    <dgm:cxn modelId="{9B85ED4B-3A68-4037-ABCC-3213400E7E9C}" type="presParOf" srcId="{03519135-2D6B-4680-8E15-E591A3DA99DF}" destId="{D08DBD72-35F3-4B4E-A0E5-21472ACC75C3}" srcOrd="2" destOrd="0" presId="urn:microsoft.com/office/officeart/2018/5/layout/IconLeafLabelList"/>
    <dgm:cxn modelId="{1F009D3F-5F45-4CB2-A81D-9996452B3FAD}" type="presParOf" srcId="{03519135-2D6B-4680-8E15-E591A3DA99DF}" destId="{0F18E4A2-12B5-4E5F-82BC-13E3A376BD90}" srcOrd="3" destOrd="0" presId="urn:microsoft.com/office/officeart/2018/5/layout/IconLeafLabelList"/>
    <dgm:cxn modelId="{5630337E-FE50-4069-A299-38099C0CBFA6}" type="presParOf" srcId="{009CAFDD-B2A4-4FDC-8B79-8D2EA4F94B82}" destId="{913C2431-F561-415A-9964-0A8E781D39CA}" srcOrd="1" destOrd="0" presId="urn:microsoft.com/office/officeart/2018/5/layout/IconLeafLabelList"/>
    <dgm:cxn modelId="{95682CFD-725C-4DD9-AF5F-AEE980046F7E}" type="presParOf" srcId="{009CAFDD-B2A4-4FDC-8B79-8D2EA4F94B82}" destId="{129CF379-BF0B-46CA-AB25-3183F2A1139B}" srcOrd="2" destOrd="0" presId="urn:microsoft.com/office/officeart/2018/5/layout/IconLeafLabelList"/>
    <dgm:cxn modelId="{0D6483DA-3B37-4AC7-B3E2-EE58C77C8E51}" type="presParOf" srcId="{129CF379-BF0B-46CA-AB25-3183F2A1139B}" destId="{D21B97B4-2057-498A-AB4B-730A965BCBA4}" srcOrd="0" destOrd="0" presId="urn:microsoft.com/office/officeart/2018/5/layout/IconLeafLabelList"/>
    <dgm:cxn modelId="{5D50EF2F-D5B4-47FB-ADC4-1E56A3826042}" type="presParOf" srcId="{129CF379-BF0B-46CA-AB25-3183F2A1139B}" destId="{FC923A69-1DDC-46E2-A0E7-176E3DC8C703}" srcOrd="1" destOrd="0" presId="urn:microsoft.com/office/officeart/2018/5/layout/IconLeafLabelList"/>
    <dgm:cxn modelId="{2AF86670-C4B7-41AD-9199-DCD07A347CE3}" type="presParOf" srcId="{129CF379-BF0B-46CA-AB25-3183F2A1139B}" destId="{4F7D9A02-EDE5-4655-9BB5-F2A4C5981C0A}" srcOrd="2" destOrd="0" presId="urn:microsoft.com/office/officeart/2018/5/layout/IconLeafLabelList"/>
    <dgm:cxn modelId="{C61118CC-C28E-47EB-A789-B43EEEAE4BA3}" type="presParOf" srcId="{129CF379-BF0B-46CA-AB25-3183F2A1139B}" destId="{2745A460-BA4F-4138-BCD8-57064124AF17}" srcOrd="3" destOrd="0" presId="urn:microsoft.com/office/officeart/2018/5/layout/IconLeafLabelList"/>
    <dgm:cxn modelId="{4A8B5E67-B3D3-4AA1-BC46-47B90DE5DB5E}" type="presParOf" srcId="{009CAFDD-B2A4-4FDC-8B79-8D2EA4F94B82}" destId="{152969D9-D1F5-430A-99DA-D38F3B7B203E}" srcOrd="3" destOrd="0" presId="urn:microsoft.com/office/officeart/2018/5/layout/IconLeafLabelList"/>
    <dgm:cxn modelId="{41F32BAC-91DC-4D6F-948D-06272D53B334}" type="presParOf" srcId="{009CAFDD-B2A4-4FDC-8B79-8D2EA4F94B82}" destId="{33BBE0F8-9373-4F4B-B184-D45A7EDF7845}" srcOrd="4" destOrd="0" presId="urn:microsoft.com/office/officeart/2018/5/layout/IconLeafLabelList"/>
    <dgm:cxn modelId="{8A5737FE-9FA3-4D6E-864E-BF1D694CF39D}" type="presParOf" srcId="{33BBE0F8-9373-4F4B-B184-D45A7EDF7845}" destId="{997188DD-1A18-4669-9BCE-387129A0FA97}" srcOrd="0" destOrd="0" presId="urn:microsoft.com/office/officeart/2018/5/layout/IconLeafLabelList"/>
    <dgm:cxn modelId="{5EE5F9E8-44B6-47D0-8C2B-2AF6C4FAD642}" type="presParOf" srcId="{33BBE0F8-9373-4F4B-B184-D45A7EDF7845}" destId="{E1200A59-B0BF-4703-AABB-57DE1BE362EC}" srcOrd="1" destOrd="0" presId="urn:microsoft.com/office/officeart/2018/5/layout/IconLeafLabelList"/>
    <dgm:cxn modelId="{71853149-989F-4204-BA11-046B28ED5808}" type="presParOf" srcId="{33BBE0F8-9373-4F4B-B184-D45A7EDF7845}" destId="{9E9AF231-8239-4AC6-87F1-5887BF5F8383}" srcOrd="2" destOrd="0" presId="urn:microsoft.com/office/officeart/2018/5/layout/IconLeafLabelList"/>
    <dgm:cxn modelId="{E8FC27B9-8B48-43A7-8435-9E18F6369F21}" type="presParOf" srcId="{33BBE0F8-9373-4F4B-B184-D45A7EDF7845}" destId="{B0A92584-760A-41EC-91FF-E709FEF70441}" srcOrd="3" destOrd="0" presId="urn:microsoft.com/office/officeart/2018/5/layout/IconLeafLabelList"/>
    <dgm:cxn modelId="{CD8CAD10-510C-4826-B195-0E83CE2A43B2}" type="presParOf" srcId="{009CAFDD-B2A4-4FDC-8B79-8D2EA4F94B82}" destId="{6698341B-4E52-4EA5-8CBC-5DA325EDD0E3}" srcOrd="5" destOrd="0" presId="urn:microsoft.com/office/officeart/2018/5/layout/IconLeafLabelList"/>
    <dgm:cxn modelId="{0E61E67B-27E4-4723-BE5D-CD4ED741A467}" type="presParOf" srcId="{009CAFDD-B2A4-4FDC-8B79-8D2EA4F94B82}" destId="{2AC91A5A-3B37-40D5-83B6-99230C076720}" srcOrd="6" destOrd="0" presId="urn:microsoft.com/office/officeart/2018/5/layout/IconLeafLabelList"/>
    <dgm:cxn modelId="{40FFA9E5-5BA3-4B90-B0D6-E6DD0F2D4339}" type="presParOf" srcId="{2AC91A5A-3B37-40D5-83B6-99230C076720}" destId="{2973FC9E-88E3-478F-93EE-949E3036001A}" srcOrd="0" destOrd="0" presId="urn:microsoft.com/office/officeart/2018/5/layout/IconLeafLabelList"/>
    <dgm:cxn modelId="{BED85268-6AC3-46FB-BF97-D2A5AEB2E08C}" type="presParOf" srcId="{2AC91A5A-3B37-40D5-83B6-99230C076720}" destId="{EC3AB81B-5245-4941-A864-5C08387B9BDF}" srcOrd="1" destOrd="0" presId="urn:microsoft.com/office/officeart/2018/5/layout/IconLeafLabelList"/>
    <dgm:cxn modelId="{FEE754EF-8813-4758-A462-4A61102DF668}" type="presParOf" srcId="{2AC91A5A-3B37-40D5-83B6-99230C076720}" destId="{3CF6164F-8579-422B-8336-30BB33D11F92}" srcOrd="2" destOrd="0" presId="urn:microsoft.com/office/officeart/2018/5/layout/IconLeafLabelList"/>
    <dgm:cxn modelId="{EE620FED-0B11-483A-A464-5E72F7B2067A}" type="presParOf" srcId="{2AC91A5A-3B37-40D5-83B6-99230C076720}" destId="{984DEB02-2B45-49BC-903B-F9F19FA2AAE5}"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360F218-4AD8-4415-9393-F60E86150CD8}"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98CA6C1-9A9E-4A75-B05E-F4EDA9125055}">
      <dgm:prSet/>
      <dgm:spPr/>
      <dgm:t>
        <a:bodyPr/>
        <a:lstStyle/>
        <a:p>
          <a:pPr>
            <a:defRPr cap="all"/>
          </a:pPr>
          <a:r>
            <a:rPr lang="en-US"/>
            <a:t>REST APIs automate calculations and filtering.</a:t>
          </a:r>
        </a:p>
      </dgm:t>
    </dgm:pt>
    <dgm:pt modelId="{E3E0E6D9-A732-4210-8ADB-2CFD8698DD65}" type="parTrans" cxnId="{CBAD5F2A-88A2-44F6-9B3F-54AC8A83AEA1}">
      <dgm:prSet/>
      <dgm:spPr/>
      <dgm:t>
        <a:bodyPr/>
        <a:lstStyle/>
        <a:p>
          <a:endParaRPr lang="en-US"/>
        </a:p>
      </dgm:t>
    </dgm:pt>
    <dgm:pt modelId="{C0936070-C9EE-4576-9CCE-FCE996D1D1E7}" type="sibTrans" cxnId="{CBAD5F2A-88A2-44F6-9B3F-54AC8A83AEA1}">
      <dgm:prSet/>
      <dgm:spPr/>
      <dgm:t>
        <a:bodyPr/>
        <a:lstStyle/>
        <a:p>
          <a:endParaRPr lang="en-US"/>
        </a:p>
      </dgm:t>
    </dgm:pt>
    <dgm:pt modelId="{7B3060FE-8B36-4B23-A2DE-1B76839EF45E}">
      <dgm:prSet/>
      <dgm:spPr/>
      <dgm:t>
        <a:bodyPr/>
        <a:lstStyle/>
        <a:p>
          <a:pPr>
            <a:defRPr cap="all"/>
          </a:pPr>
          <a:r>
            <a:rPr lang="en-US"/>
            <a:t>Example: /calculate uses lecturer rate + hours.</a:t>
          </a:r>
        </a:p>
      </dgm:t>
    </dgm:pt>
    <dgm:pt modelId="{259FED11-A77B-4DDE-9451-7452A75E0146}" type="parTrans" cxnId="{E58379CE-8CDF-458B-8252-9B48FAB4ED95}">
      <dgm:prSet/>
      <dgm:spPr/>
      <dgm:t>
        <a:bodyPr/>
        <a:lstStyle/>
        <a:p>
          <a:endParaRPr lang="en-US"/>
        </a:p>
      </dgm:t>
    </dgm:pt>
    <dgm:pt modelId="{3347C964-D0F6-4388-A501-71F9E7082762}" type="sibTrans" cxnId="{E58379CE-8CDF-458B-8252-9B48FAB4ED95}">
      <dgm:prSet/>
      <dgm:spPr/>
      <dgm:t>
        <a:bodyPr/>
        <a:lstStyle/>
        <a:p>
          <a:endParaRPr lang="en-US"/>
        </a:p>
      </dgm:t>
    </dgm:pt>
    <dgm:pt modelId="{246A7BBF-9E6D-4696-A120-22D55522D2EC}">
      <dgm:prSet/>
      <dgm:spPr/>
      <dgm:t>
        <a:bodyPr/>
        <a:lstStyle/>
        <a:p>
          <a:pPr>
            <a:defRPr cap="all"/>
          </a:pPr>
          <a:r>
            <a:rPr lang="en-US"/>
            <a:t>Pending approvals provided through API.</a:t>
          </a:r>
        </a:p>
      </dgm:t>
    </dgm:pt>
    <dgm:pt modelId="{4D1F087E-28A1-4971-8F76-EDBDC6407F01}" type="parTrans" cxnId="{3CE9899F-9412-4A26-A707-FF840D482337}">
      <dgm:prSet/>
      <dgm:spPr/>
      <dgm:t>
        <a:bodyPr/>
        <a:lstStyle/>
        <a:p>
          <a:endParaRPr lang="en-US"/>
        </a:p>
      </dgm:t>
    </dgm:pt>
    <dgm:pt modelId="{5860EC34-B0CF-4EC2-BA3C-0E1D71002531}" type="sibTrans" cxnId="{3CE9899F-9412-4A26-A707-FF840D482337}">
      <dgm:prSet/>
      <dgm:spPr/>
      <dgm:t>
        <a:bodyPr/>
        <a:lstStyle/>
        <a:p>
          <a:endParaRPr lang="en-US"/>
        </a:p>
      </dgm:t>
    </dgm:pt>
    <dgm:pt modelId="{B4616FBC-B625-48BF-85D1-B1EACC9C2347}">
      <dgm:prSet/>
      <dgm:spPr/>
      <dgm:t>
        <a:bodyPr/>
        <a:lstStyle/>
        <a:p>
          <a:pPr>
            <a:defRPr cap="all"/>
          </a:pPr>
          <a:r>
            <a:rPr lang="en-US"/>
            <a:t>Swagger documents and tests all API routes.</a:t>
          </a:r>
        </a:p>
      </dgm:t>
    </dgm:pt>
    <dgm:pt modelId="{0AE3BC76-69D9-47F9-9441-7B5273396326}" type="parTrans" cxnId="{EE346B9A-861A-4049-A272-901D2BDFEAEB}">
      <dgm:prSet/>
      <dgm:spPr/>
      <dgm:t>
        <a:bodyPr/>
        <a:lstStyle/>
        <a:p>
          <a:endParaRPr lang="en-US"/>
        </a:p>
      </dgm:t>
    </dgm:pt>
    <dgm:pt modelId="{374F4978-3518-4274-80B7-39F933B8F966}" type="sibTrans" cxnId="{EE346B9A-861A-4049-A272-901D2BDFEAEB}">
      <dgm:prSet/>
      <dgm:spPr/>
      <dgm:t>
        <a:bodyPr/>
        <a:lstStyle/>
        <a:p>
          <a:endParaRPr lang="en-US"/>
        </a:p>
      </dgm:t>
    </dgm:pt>
    <dgm:pt modelId="{A3536D6F-AC89-4653-ADE5-F65BCD255B1A}" type="pres">
      <dgm:prSet presAssocID="{A360F218-4AD8-4415-9393-F60E86150CD8}" presName="root" presStyleCnt="0">
        <dgm:presLayoutVars>
          <dgm:dir/>
          <dgm:resizeHandles val="exact"/>
        </dgm:presLayoutVars>
      </dgm:prSet>
      <dgm:spPr/>
    </dgm:pt>
    <dgm:pt modelId="{7E2584F1-454D-4362-BE02-0FB329B1646F}" type="pres">
      <dgm:prSet presAssocID="{598CA6C1-9A9E-4A75-B05E-F4EDA9125055}" presName="compNode" presStyleCnt="0"/>
      <dgm:spPr/>
    </dgm:pt>
    <dgm:pt modelId="{939025D6-7F06-494E-8A8F-6FF70398E71F}" type="pres">
      <dgm:prSet presAssocID="{598CA6C1-9A9E-4A75-B05E-F4EDA9125055}" presName="iconBgRect" presStyleLbl="bgShp" presStyleIdx="0" presStyleCnt="4"/>
      <dgm:spPr>
        <a:prstGeom prst="round2DiagRect">
          <a:avLst>
            <a:gd name="adj1" fmla="val 29727"/>
            <a:gd name="adj2" fmla="val 0"/>
          </a:avLst>
        </a:prstGeom>
      </dgm:spPr>
    </dgm:pt>
    <dgm:pt modelId="{BAD000B5-EF2B-4A76-8DA8-3E1590298BEE}" type="pres">
      <dgm:prSet presAssocID="{598CA6C1-9A9E-4A75-B05E-F4EDA912505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D4F8A769-7689-4B30-ACE1-471BCA96B687}" type="pres">
      <dgm:prSet presAssocID="{598CA6C1-9A9E-4A75-B05E-F4EDA9125055}" presName="spaceRect" presStyleCnt="0"/>
      <dgm:spPr/>
    </dgm:pt>
    <dgm:pt modelId="{FE4F7326-58EA-45AC-A8E8-AC5AE37C3F73}" type="pres">
      <dgm:prSet presAssocID="{598CA6C1-9A9E-4A75-B05E-F4EDA9125055}" presName="textRect" presStyleLbl="revTx" presStyleIdx="0" presStyleCnt="4">
        <dgm:presLayoutVars>
          <dgm:chMax val="1"/>
          <dgm:chPref val="1"/>
        </dgm:presLayoutVars>
      </dgm:prSet>
      <dgm:spPr/>
    </dgm:pt>
    <dgm:pt modelId="{F5F5F676-CF15-4E0B-AFDE-E9932E0BBAA8}" type="pres">
      <dgm:prSet presAssocID="{C0936070-C9EE-4576-9CCE-FCE996D1D1E7}" presName="sibTrans" presStyleCnt="0"/>
      <dgm:spPr/>
    </dgm:pt>
    <dgm:pt modelId="{8DA24CD3-D020-4F5C-98CC-CEA9F2E21B2B}" type="pres">
      <dgm:prSet presAssocID="{7B3060FE-8B36-4B23-A2DE-1B76839EF45E}" presName="compNode" presStyleCnt="0"/>
      <dgm:spPr/>
    </dgm:pt>
    <dgm:pt modelId="{B5B7CCF7-E985-4CC7-B6AF-BA624B728FB3}" type="pres">
      <dgm:prSet presAssocID="{7B3060FE-8B36-4B23-A2DE-1B76839EF45E}" presName="iconBgRect" presStyleLbl="bgShp" presStyleIdx="1" presStyleCnt="4"/>
      <dgm:spPr>
        <a:prstGeom prst="round2DiagRect">
          <a:avLst>
            <a:gd name="adj1" fmla="val 29727"/>
            <a:gd name="adj2" fmla="val 0"/>
          </a:avLst>
        </a:prstGeom>
      </dgm:spPr>
    </dgm:pt>
    <dgm:pt modelId="{402C5173-1FAE-40C0-829D-27D3FFC2B8FC}" type="pres">
      <dgm:prSet presAssocID="{7B3060FE-8B36-4B23-A2DE-1B76839EF45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lculator"/>
        </a:ext>
      </dgm:extLst>
    </dgm:pt>
    <dgm:pt modelId="{5175A868-5288-4BEC-8B87-E41E6638C751}" type="pres">
      <dgm:prSet presAssocID="{7B3060FE-8B36-4B23-A2DE-1B76839EF45E}" presName="spaceRect" presStyleCnt="0"/>
      <dgm:spPr/>
    </dgm:pt>
    <dgm:pt modelId="{8692C73C-4AED-41E5-86CE-924D748E710B}" type="pres">
      <dgm:prSet presAssocID="{7B3060FE-8B36-4B23-A2DE-1B76839EF45E}" presName="textRect" presStyleLbl="revTx" presStyleIdx="1" presStyleCnt="4">
        <dgm:presLayoutVars>
          <dgm:chMax val="1"/>
          <dgm:chPref val="1"/>
        </dgm:presLayoutVars>
      </dgm:prSet>
      <dgm:spPr/>
    </dgm:pt>
    <dgm:pt modelId="{C199A109-B86E-4F0E-8B98-DAD3BF6E8336}" type="pres">
      <dgm:prSet presAssocID="{3347C964-D0F6-4388-A501-71F9E7082762}" presName="sibTrans" presStyleCnt="0"/>
      <dgm:spPr/>
    </dgm:pt>
    <dgm:pt modelId="{16D53AD3-803E-4FB5-8056-28DD4F8EB769}" type="pres">
      <dgm:prSet presAssocID="{246A7BBF-9E6D-4696-A120-22D55522D2EC}" presName="compNode" presStyleCnt="0"/>
      <dgm:spPr/>
    </dgm:pt>
    <dgm:pt modelId="{68830B8F-5E7B-47C8-99C3-610A56D325EE}" type="pres">
      <dgm:prSet presAssocID="{246A7BBF-9E6D-4696-A120-22D55522D2EC}" presName="iconBgRect" presStyleLbl="bgShp" presStyleIdx="2" presStyleCnt="4"/>
      <dgm:spPr>
        <a:prstGeom prst="round2DiagRect">
          <a:avLst>
            <a:gd name="adj1" fmla="val 29727"/>
            <a:gd name="adj2" fmla="val 0"/>
          </a:avLst>
        </a:prstGeom>
      </dgm:spPr>
    </dgm:pt>
    <dgm:pt modelId="{426A755B-A30A-4924-B737-F6D4E06006B4}" type="pres">
      <dgm:prSet presAssocID="{246A7BBF-9E6D-4696-A120-22D55522D2E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yncing Cloud"/>
        </a:ext>
      </dgm:extLst>
    </dgm:pt>
    <dgm:pt modelId="{A66BFC26-EF10-45A8-87C7-F489CD9E616B}" type="pres">
      <dgm:prSet presAssocID="{246A7BBF-9E6D-4696-A120-22D55522D2EC}" presName="spaceRect" presStyleCnt="0"/>
      <dgm:spPr/>
    </dgm:pt>
    <dgm:pt modelId="{C1910DF8-D920-4BF2-83E9-337A9A267027}" type="pres">
      <dgm:prSet presAssocID="{246A7BBF-9E6D-4696-A120-22D55522D2EC}" presName="textRect" presStyleLbl="revTx" presStyleIdx="2" presStyleCnt="4">
        <dgm:presLayoutVars>
          <dgm:chMax val="1"/>
          <dgm:chPref val="1"/>
        </dgm:presLayoutVars>
      </dgm:prSet>
      <dgm:spPr/>
    </dgm:pt>
    <dgm:pt modelId="{CF82232B-531A-48AA-8242-5432DFD76DA2}" type="pres">
      <dgm:prSet presAssocID="{5860EC34-B0CF-4EC2-BA3C-0E1D71002531}" presName="sibTrans" presStyleCnt="0"/>
      <dgm:spPr/>
    </dgm:pt>
    <dgm:pt modelId="{42F58801-8649-400D-B8A0-07CA91AF6363}" type="pres">
      <dgm:prSet presAssocID="{B4616FBC-B625-48BF-85D1-B1EACC9C2347}" presName="compNode" presStyleCnt="0"/>
      <dgm:spPr/>
    </dgm:pt>
    <dgm:pt modelId="{16EA7251-7D27-407B-BA0A-836C4A451C6E}" type="pres">
      <dgm:prSet presAssocID="{B4616FBC-B625-48BF-85D1-B1EACC9C2347}" presName="iconBgRect" presStyleLbl="bgShp" presStyleIdx="3" presStyleCnt="4"/>
      <dgm:spPr>
        <a:prstGeom prst="round2DiagRect">
          <a:avLst>
            <a:gd name="adj1" fmla="val 29727"/>
            <a:gd name="adj2" fmla="val 0"/>
          </a:avLst>
        </a:prstGeom>
      </dgm:spPr>
    </dgm:pt>
    <dgm:pt modelId="{5E21383C-27F8-442D-A97B-E1394D65D9AD}" type="pres">
      <dgm:prSet presAssocID="{B4616FBC-B625-48BF-85D1-B1EACC9C234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lowchart"/>
        </a:ext>
      </dgm:extLst>
    </dgm:pt>
    <dgm:pt modelId="{45116674-3AD7-4C12-A995-82F1244E929A}" type="pres">
      <dgm:prSet presAssocID="{B4616FBC-B625-48BF-85D1-B1EACC9C2347}" presName="spaceRect" presStyleCnt="0"/>
      <dgm:spPr/>
    </dgm:pt>
    <dgm:pt modelId="{749B9883-64B2-4C42-AE98-D0313B67D9DC}" type="pres">
      <dgm:prSet presAssocID="{B4616FBC-B625-48BF-85D1-B1EACC9C2347}" presName="textRect" presStyleLbl="revTx" presStyleIdx="3" presStyleCnt="4">
        <dgm:presLayoutVars>
          <dgm:chMax val="1"/>
          <dgm:chPref val="1"/>
        </dgm:presLayoutVars>
      </dgm:prSet>
      <dgm:spPr/>
    </dgm:pt>
  </dgm:ptLst>
  <dgm:cxnLst>
    <dgm:cxn modelId="{CD9FAB1D-E94D-43E7-BA08-57A9340D3050}" type="presOf" srcId="{598CA6C1-9A9E-4A75-B05E-F4EDA9125055}" destId="{FE4F7326-58EA-45AC-A8E8-AC5AE37C3F73}" srcOrd="0" destOrd="0" presId="urn:microsoft.com/office/officeart/2018/5/layout/IconLeafLabelList"/>
    <dgm:cxn modelId="{CBAD5F2A-88A2-44F6-9B3F-54AC8A83AEA1}" srcId="{A360F218-4AD8-4415-9393-F60E86150CD8}" destId="{598CA6C1-9A9E-4A75-B05E-F4EDA9125055}" srcOrd="0" destOrd="0" parTransId="{E3E0E6D9-A732-4210-8ADB-2CFD8698DD65}" sibTransId="{C0936070-C9EE-4576-9CCE-FCE996D1D1E7}"/>
    <dgm:cxn modelId="{3A549939-216E-4B60-887E-0BDD8D47BA13}" type="presOf" srcId="{7B3060FE-8B36-4B23-A2DE-1B76839EF45E}" destId="{8692C73C-4AED-41E5-86CE-924D748E710B}" srcOrd="0" destOrd="0" presId="urn:microsoft.com/office/officeart/2018/5/layout/IconLeafLabelList"/>
    <dgm:cxn modelId="{689AE884-C9A9-4EEE-9E3C-AB3551AC4618}" type="presOf" srcId="{A360F218-4AD8-4415-9393-F60E86150CD8}" destId="{A3536D6F-AC89-4653-ADE5-F65BCD255B1A}" srcOrd="0" destOrd="0" presId="urn:microsoft.com/office/officeart/2018/5/layout/IconLeafLabelList"/>
    <dgm:cxn modelId="{EE346B9A-861A-4049-A272-901D2BDFEAEB}" srcId="{A360F218-4AD8-4415-9393-F60E86150CD8}" destId="{B4616FBC-B625-48BF-85D1-B1EACC9C2347}" srcOrd="3" destOrd="0" parTransId="{0AE3BC76-69D9-47F9-9441-7B5273396326}" sibTransId="{374F4978-3518-4274-80B7-39F933B8F966}"/>
    <dgm:cxn modelId="{3CE9899F-9412-4A26-A707-FF840D482337}" srcId="{A360F218-4AD8-4415-9393-F60E86150CD8}" destId="{246A7BBF-9E6D-4696-A120-22D55522D2EC}" srcOrd="2" destOrd="0" parTransId="{4D1F087E-28A1-4971-8F76-EDBDC6407F01}" sibTransId="{5860EC34-B0CF-4EC2-BA3C-0E1D71002531}"/>
    <dgm:cxn modelId="{D2C18BA9-24CB-44DE-9DAC-C4E59D3F5418}" type="presOf" srcId="{B4616FBC-B625-48BF-85D1-B1EACC9C2347}" destId="{749B9883-64B2-4C42-AE98-D0313B67D9DC}" srcOrd="0" destOrd="0" presId="urn:microsoft.com/office/officeart/2018/5/layout/IconLeafLabelList"/>
    <dgm:cxn modelId="{E58379CE-8CDF-458B-8252-9B48FAB4ED95}" srcId="{A360F218-4AD8-4415-9393-F60E86150CD8}" destId="{7B3060FE-8B36-4B23-A2DE-1B76839EF45E}" srcOrd="1" destOrd="0" parTransId="{259FED11-A77B-4DDE-9451-7452A75E0146}" sibTransId="{3347C964-D0F6-4388-A501-71F9E7082762}"/>
    <dgm:cxn modelId="{E30098F6-64FF-4EE9-8DA9-786E05B8B70F}" type="presOf" srcId="{246A7BBF-9E6D-4696-A120-22D55522D2EC}" destId="{C1910DF8-D920-4BF2-83E9-337A9A267027}" srcOrd="0" destOrd="0" presId="urn:microsoft.com/office/officeart/2018/5/layout/IconLeafLabelList"/>
    <dgm:cxn modelId="{8F25EA28-6066-4146-A2A8-009FDFABD74E}" type="presParOf" srcId="{A3536D6F-AC89-4653-ADE5-F65BCD255B1A}" destId="{7E2584F1-454D-4362-BE02-0FB329B1646F}" srcOrd="0" destOrd="0" presId="urn:microsoft.com/office/officeart/2018/5/layout/IconLeafLabelList"/>
    <dgm:cxn modelId="{92E490E6-58FF-476E-AC1A-E5717CCAA3CC}" type="presParOf" srcId="{7E2584F1-454D-4362-BE02-0FB329B1646F}" destId="{939025D6-7F06-494E-8A8F-6FF70398E71F}" srcOrd="0" destOrd="0" presId="urn:microsoft.com/office/officeart/2018/5/layout/IconLeafLabelList"/>
    <dgm:cxn modelId="{8D645C07-0619-4576-964B-74306F35A874}" type="presParOf" srcId="{7E2584F1-454D-4362-BE02-0FB329B1646F}" destId="{BAD000B5-EF2B-4A76-8DA8-3E1590298BEE}" srcOrd="1" destOrd="0" presId="urn:microsoft.com/office/officeart/2018/5/layout/IconLeafLabelList"/>
    <dgm:cxn modelId="{AA1B318D-0C00-4AF3-A4D6-67572ECEAC55}" type="presParOf" srcId="{7E2584F1-454D-4362-BE02-0FB329B1646F}" destId="{D4F8A769-7689-4B30-ACE1-471BCA96B687}" srcOrd="2" destOrd="0" presId="urn:microsoft.com/office/officeart/2018/5/layout/IconLeafLabelList"/>
    <dgm:cxn modelId="{DE125DAB-5E74-4D95-A5C9-84D37EEB3C94}" type="presParOf" srcId="{7E2584F1-454D-4362-BE02-0FB329B1646F}" destId="{FE4F7326-58EA-45AC-A8E8-AC5AE37C3F73}" srcOrd="3" destOrd="0" presId="urn:microsoft.com/office/officeart/2018/5/layout/IconLeafLabelList"/>
    <dgm:cxn modelId="{76117927-39B5-4B09-B970-157B4FDFE373}" type="presParOf" srcId="{A3536D6F-AC89-4653-ADE5-F65BCD255B1A}" destId="{F5F5F676-CF15-4E0B-AFDE-E9932E0BBAA8}" srcOrd="1" destOrd="0" presId="urn:microsoft.com/office/officeart/2018/5/layout/IconLeafLabelList"/>
    <dgm:cxn modelId="{802DBF24-29C8-46EB-B0AB-03062CF80A11}" type="presParOf" srcId="{A3536D6F-AC89-4653-ADE5-F65BCD255B1A}" destId="{8DA24CD3-D020-4F5C-98CC-CEA9F2E21B2B}" srcOrd="2" destOrd="0" presId="urn:microsoft.com/office/officeart/2018/5/layout/IconLeafLabelList"/>
    <dgm:cxn modelId="{ED151F20-5370-4147-98C9-93493A9E8E09}" type="presParOf" srcId="{8DA24CD3-D020-4F5C-98CC-CEA9F2E21B2B}" destId="{B5B7CCF7-E985-4CC7-B6AF-BA624B728FB3}" srcOrd="0" destOrd="0" presId="urn:microsoft.com/office/officeart/2018/5/layout/IconLeafLabelList"/>
    <dgm:cxn modelId="{3B689205-62FE-4D0D-812A-A479F39EEFBD}" type="presParOf" srcId="{8DA24CD3-D020-4F5C-98CC-CEA9F2E21B2B}" destId="{402C5173-1FAE-40C0-829D-27D3FFC2B8FC}" srcOrd="1" destOrd="0" presId="urn:microsoft.com/office/officeart/2018/5/layout/IconLeafLabelList"/>
    <dgm:cxn modelId="{5F48F375-BCBA-4DCB-8836-B53413283AA2}" type="presParOf" srcId="{8DA24CD3-D020-4F5C-98CC-CEA9F2E21B2B}" destId="{5175A868-5288-4BEC-8B87-E41E6638C751}" srcOrd="2" destOrd="0" presId="urn:microsoft.com/office/officeart/2018/5/layout/IconLeafLabelList"/>
    <dgm:cxn modelId="{781EA85B-ECE8-489F-A3DC-FADCA0613042}" type="presParOf" srcId="{8DA24CD3-D020-4F5C-98CC-CEA9F2E21B2B}" destId="{8692C73C-4AED-41E5-86CE-924D748E710B}" srcOrd="3" destOrd="0" presId="urn:microsoft.com/office/officeart/2018/5/layout/IconLeafLabelList"/>
    <dgm:cxn modelId="{82F392FC-E8E5-4B0B-844D-917196EE057A}" type="presParOf" srcId="{A3536D6F-AC89-4653-ADE5-F65BCD255B1A}" destId="{C199A109-B86E-4F0E-8B98-DAD3BF6E8336}" srcOrd="3" destOrd="0" presId="urn:microsoft.com/office/officeart/2018/5/layout/IconLeafLabelList"/>
    <dgm:cxn modelId="{4282C0C6-DDD9-45A0-BAAF-6595AC5DF421}" type="presParOf" srcId="{A3536D6F-AC89-4653-ADE5-F65BCD255B1A}" destId="{16D53AD3-803E-4FB5-8056-28DD4F8EB769}" srcOrd="4" destOrd="0" presId="urn:microsoft.com/office/officeart/2018/5/layout/IconLeafLabelList"/>
    <dgm:cxn modelId="{596C3D10-C995-4A57-AF00-EA1F18CA6F73}" type="presParOf" srcId="{16D53AD3-803E-4FB5-8056-28DD4F8EB769}" destId="{68830B8F-5E7B-47C8-99C3-610A56D325EE}" srcOrd="0" destOrd="0" presId="urn:microsoft.com/office/officeart/2018/5/layout/IconLeafLabelList"/>
    <dgm:cxn modelId="{B63851BC-8AB0-4815-9D9F-0143C2D2A1F1}" type="presParOf" srcId="{16D53AD3-803E-4FB5-8056-28DD4F8EB769}" destId="{426A755B-A30A-4924-B737-F6D4E06006B4}" srcOrd="1" destOrd="0" presId="urn:microsoft.com/office/officeart/2018/5/layout/IconLeafLabelList"/>
    <dgm:cxn modelId="{1F6B822D-DF30-4288-AA9F-AFD4ED63DD66}" type="presParOf" srcId="{16D53AD3-803E-4FB5-8056-28DD4F8EB769}" destId="{A66BFC26-EF10-45A8-87C7-F489CD9E616B}" srcOrd="2" destOrd="0" presId="urn:microsoft.com/office/officeart/2018/5/layout/IconLeafLabelList"/>
    <dgm:cxn modelId="{1C50FA21-D112-4B15-BC8B-4D4189D2ACBC}" type="presParOf" srcId="{16D53AD3-803E-4FB5-8056-28DD4F8EB769}" destId="{C1910DF8-D920-4BF2-83E9-337A9A267027}" srcOrd="3" destOrd="0" presId="urn:microsoft.com/office/officeart/2018/5/layout/IconLeafLabelList"/>
    <dgm:cxn modelId="{10981119-4D0A-4A1B-86C5-843C8F00A225}" type="presParOf" srcId="{A3536D6F-AC89-4653-ADE5-F65BCD255B1A}" destId="{CF82232B-531A-48AA-8242-5432DFD76DA2}" srcOrd="5" destOrd="0" presId="urn:microsoft.com/office/officeart/2018/5/layout/IconLeafLabelList"/>
    <dgm:cxn modelId="{DBC5ADA6-CEAE-4233-8C7E-A81185B7F054}" type="presParOf" srcId="{A3536D6F-AC89-4653-ADE5-F65BCD255B1A}" destId="{42F58801-8649-400D-B8A0-07CA91AF6363}" srcOrd="6" destOrd="0" presId="urn:microsoft.com/office/officeart/2018/5/layout/IconLeafLabelList"/>
    <dgm:cxn modelId="{0A362FB1-10BB-4E47-97DD-7FF1566E8FA9}" type="presParOf" srcId="{42F58801-8649-400D-B8A0-07CA91AF6363}" destId="{16EA7251-7D27-407B-BA0A-836C4A451C6E}" srcOrd="0" destOrd="0" presId="urn:microsoft.com/office/officeart/2018/5/layout/IconLeafLabelList"/>
    <dgm:cxn modelId="{26503768-FEA7-4FE4-A1B4-1BE76627EB02}" type="presParOf" srcId="{42F58801-8649-400D-B8A0-07CA91AF6363}" destId="{5E21383C-27F8-442D-A97B-E1394D65D9AD}" srcOrd="1" destOrd="0" presId="urn:microsoft.com/office/officeart/2018/5/layout/IconLeafLabelList"/>
    <dgm:cxn modelId="{027681D6-CE8D-4B88-9652-6254A5E37DA0}" type="presParOf" srcId="{42F58801-8649-400D-B8A0-07CA91AF6363}" destId="{45116674-3AD7-4C12-A995-82F1244E929A}" srcOrd="2" destOrd="0" presId="urn:microsoft.com/office/officeart/2018/5/layout/IconLeafLabelList"/>
    <dgm:cxn modelId="{2D05B05A-6786-447C-9F45-56E0CCA9120B}" type="presParOf" srcId="{42F58801-8649-400D-B8A0-07CA91AF6363}" destId="{749B9883-64B2-4C42-AE98-D0313B67D9DC}"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6B6B072-D373-4C8C-8414-80E7AD5D9EEE}"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F5D3F49-4CB9-4C5E-885C-EB616C178458}">
      <dgm:prSet/>
      <dgm:spPr/>
      <dgm:t>
        <a:bodyPr/>
        <a:lstStyle/>
        <a:p>
          <a:r>
            <a:rPr lang="en-US"/>
            <a:t>AJAX enables instant calculations (no page reload).</a:t>
          </a:r>
        </a:p>
      </dgm:t>
    </dgm:pt>
    <dgm:pt modelId="{5F135A46-EC05-462F-B673-57556F504EFC}" type="parTrans" cxnId="{7BDAABDF-0FB2-45E9-92D3-85972D476DE4}">
      <dgm:prSet/>
      <dgm:spPr/>
      <dgm:t>
        <a:bodyPr/>
        <a:lstStyle/>
        <a:p>
          <a:endParaRPr lang="en-US"/>
        </a:p>
      </dgm:t>
    </dgm:pt>
    <dgm:pt modelId="{5ABB0873-757A-49EA-8561-AD5FD8EF3DA2}" type="sibTrans" cxnId="{7BDAABDF-0FB2-45E9-92D3-85972D476DE4}">
      <dgm:prSet/>
      <dgm:spPr/>
      <dgm:t>
        <a:bodyPr/>
        <a:lstStyle/>
        <a:p>
          <a:endParaRPr lang="en-US"/>
        </a:p>
      </dgm:t>
    </dgm:pt>
    <dgm:pt modelId="{F7B459BC-FBFF-4943-9B74-0A43938E4588}">
      <dgm:prSet/>
      <dgm:spPr/>
      <dgm:t>
        <a:bodyPr/>
        <a:lstStyle/>
        <a:p>
          <a:r>
            <a:rPr lang="en-US"/>
            <a:t>Lecturers see live status updates on approvals.</a:t>
          </a:r>
        </a:p>
      </dgm:t>
    </dgm:pt>
    <dgm:pt modelId="{1B519B00-D07F-4063-8C1A-76627F3DBDEE}" type="parTrans" cxnId="{AE02E9D9-1B31-4AB0-B7DD-8ADF323FB1EA}">
      <dgm:prSet/>
      <dgm:spPr/>
      <dgm:t>
        <a:bodyPr/>
        <a:lstStyle/>
        <a:p>
          <a:endParaRPr lang="en-US"/>
        </a:p>
      </dgm:t>
    </dgm:pt>
    <dgm:pt modelId="{175CC8A6-57F9-4EF8-9213-A12298B3476A}" type="sibTrans" cxnId="{AE02E9D9-1B31-4AB0-B7DD-8ADF323FB1EA}">
      <dgm:prSet/>
      <dgm:spPr/>
      <dgm:t>
        <a:bodyPr/>
        <a:lstStyle/>
        <a:p>
          <a:endParaRPr lang="en-US"/>
        </a:p>
      </dgm:t>
    </dgm:pt>
    <dgm:pt modelId="{A64ABC76-A0F4-4593-AF00-5E70F23E0E54}">
      <dgm:prSet/>
      <dgm:spPr/>
      <dgm:t>
        <a:bodyPr/>
        <a:lstStyle/>
        <a:p>
          <a:r>
            <a:rPr lang="en-US"/>
            <a:t>Validation stops errors before reaching server.</a:t>
          </a:r>
        </a:p>
      </dgm:t>
    </dgm:pt>
    <dgm:pt modelId="{EB4B2192-AB03-43B4-AE20-54218A6AFF01}" type="parTrans" cxnId="{F72CB396-7976-4EA8-9196-5E6D296D3405}">
      <dgm:prSet/>
      <dgm:spPr/>
      <dgm:t>
        <a:bodyPr/>
        <a:lstStyle/>
        <a:p>
          <a:endParaRPr lang="en-US"/>
        </a:p>
      </dgm:t>
    </dgm:pt>
    <dgm:pt modelId="{5394F335-B943-432C-B0EB-8C61CF16FE2D}" type="sibTrans" cxnId="{F72CB396-7976-4EA8-9196-5E6D296D3405}">
      <dgm:prSet/>
      <dgm:spPr/>
      <dgm:t>
        <a:bodyPr/>
        <a:lstStyle/>
        <a:p>
          <a:endParaRPr lang="en-US"/>
        </a:p>
      </dgm:t>
    </dgm:pt>
    <dgm:pt modelId="{E5AC70D1-EEBF-4C1E-A441-C73C4D453EC4}">
      <dgm:prSet/>
      <dgm:spPr/>
      <dgm:t>
        <a:bodyPr/>
        <a:lstStyle/>
        <a:p>
          <a:r>
            <a:rPr lang="en-US"/>
            <a:t>File preview shown before submission.</a:t>
          </a:r>
        </a:p>
      </dgm:t>
    </dgm:pt>
    <dgm:pt modelId="{E1623A04-4472-46F0-B3AD-40A724D4D972}" type="parTrans" cxnId="{8B51FE02-7C66-4B0D-9381-05644CE29EDD}">
      <dgm:prSet/>
      <dgm:spPr/>
      <dgm:t>
        <a:bodyPr/>
        <a:lstStyle/>
        <a:p>
          <a:endParaRPr lang="en-US"/>
        </a:p>
      </dgm:t>
    </dgm:pt>
    <dgm:pt modelId="{3BCF8E36-E2D3-4422-8930-0FDB83D97537}" type="sibTrans" cxnId="{8B51FE02-7C66-4B0D-9381-05644CE29EDD}">
      <dgm:prSet/>
      <dgm:spPr/>
      <dgm:t>
        <a:bodyPr/>
        <a:lstStyle/>
        <a:p>
          <a:endParaRPr lang="en-US"/>
        </a:p>
      </dgm:t>
    </dgm:pt>
    <dgm:pt modelId="{9D8202B7-8AB9-430A-A38A-B5F37C3FB42C}" type="pres">
      <dgm:prSet presAssocID="{66B6B072-D373-4C8C-8414-80E7AD5D9EEE}" presName="linear" presStyleCnt="0">
        <dgm:presLayoutVars>
          <dgm:animLvl val="lvl"/>
          <dgm:resizeHandles val="exact"/>
        </dgm:presLayoutVars>
      </dgm:prSet>
      <dgm:spPr/>
    </dgm:pt>
    <dgm:pt modelId="{072FD53B-FE68-4CA6-9DB2-C1B708AF6239}" type="pres">
      <dgm:prSet presAssocID="{8F5D3F49-4CB9-4C5E-885C-EB616C178458}" presName="parentText" presStyleLbl="node1" presStyleIdx="0" presStyleCnt="4">
        <dgm:presLayoutVars>
          <dgm:chMax val="0"/>
          <dgm:bulletEnabled val="1"/>
        </dgm:presLayoutVars>
      </dgm:prSet>
      <dgm:spPr/>
    </dgm:pt>
    <dgm:pt modelId="{4A31A97B-C684-4699-B540-787E57B8BB2E}" type="pres">
      <dgm:prSet presAssocID="{5ABB0873-757A-49EA-8561-AD5FD8EF3DA2}" presName="spacer" presStyleCnt="0"/>
      <dgm:spPr/>
    </dgm:pt>
    <dgm:pt modelId="{AABE27E9-F439-4AB6-A2A3-C573F36B45C6}" type="pres">
      <dgm:prSet presAssocID="{F7B459BC-FBFF-4943-9B74-0A43938E4588}" presName="parentText" presStyleLbl="node1" presStyleIdx="1" presStyleCnt="4">
        <dgm:presLayoutVars>
          <dgm:chMax val="0"/>
          <dgm:bulletEnabled val="1"/>
        </dgm:presLayoutVars>
      </dgm:prSet>
      <dgm:spPr/>
    </dgm:pt>
    <dgm:pt modelId="{C7EE8E49-F2E8-4DFF-9ACD-844A8FD139E4}" type="pres">
      <dgm:prSet presAssocID="{175CC8A6-57F9-4EF8-9213-A12298B3476A}" presName="spacer" presStyleCnt="0"/>
      <dgm:spPr/>
    </dgm:pt>
    <dgm:pt modelId="{5C9085B5-9AD9-47F8-8302-26504F0347FA}" type="pres">
      <dgm:prSet presAssocID="{A64ABC76-A0F4-4593-AF00-5E70F23E0E54}" presName="parentText" presStyleLbl="node1" presStyleIdx="2" presStyleCnt="4">
        <dgm:presLayoutVars>
          <dgm:chMax val="0"/>
          <dgm:bulletEnabled val="1"/>
        </dgm:presLayoutVars>
      </dgm:prSet>
      <dgm:spPr/>
    </dgm:pt>
    <dgm:pt modelId="{C9326AD6-7C97-4AE1-8C58-85C67CA05DA6}" type="pres">
      <dgm:prSet presAssocID="{5394F335-B943-432C-B0EB-8C61CF16FE2D}" presName="spacer" presStyleCnt="0"/>
      <dgm:spPr/>
    </dgm:pt>
    <dgm:pt modelId="{75EBEB8A-50FE-41FC-B16B-A8F116CF6E87}" type="pres">
      <dgm:prSet presAssocID="{E5AC70D1-EEBF-4C1E-A441-C73C4D453EC4}" presName="parentText" presStyleLbl="node1" presStyleIdx="3" presStyleCnt="4">
        <dgm:presLayoutVars>
          <dgm:chMax val="0"/>
          <dgm:bulletEnabled val="1"/>
        </dgm:presLayoutVars>
      </dgm:prSet>
      <dgm:spPr/>
    </dgm:pt>
  </dgm:ptLst>
  <dgm:cxnLst>
    <dgm:cxn modelId="{8B51FE02-7C66-4B0D-9381-05644CE29EDD}" srcId="{66B6B072-D373-4C8C-8414-80E7AD5D9EEE}" destId="{E5AC70D1-EEBF-4C1E-A441-C73C4D453EC4}" srcOrd="3" destOrd="0" parTransId="{E1623A04-4472-46F0-B3AD-40A724D4D972}" sibTransId="{3BCF8E36-E2D3-4422-8930-0FDB83D97537}"/>
    <dgm:cxn modelId="{D7EF4419-46E2-48DB-A9B2-47E0B4C42617}" type="presOf" srcId="{F7B459BC-FBFF-4943-9B74-0A43938E4588}" destId="{AABE27E9-F439-4AB6-A2A3-C573F36B45C6}" srcOrd="0" destOrd="0" presId="urn:microsoft.com/office/officeart/2005/8/layout/vList2"/>
    <dgm:cxn modelId="{A52F3727-B485-4214-AE51-608D711C8039}" type="presOf" srcId="{A64ABC76-A0F4-4593-AF00-5E70F23E0E54}" destId="{5C9085B5-9AD9-47F8-8302-26504F0347FA}" srcOrd="0" destOrd="0" presId="urn:microsoft.com/office/officeart/2005/8/layout/vList2"/>
    <dgm:cxn modelId="{8D0EDB8F-3F54-4C44-9470-D3F206559EB2}" type="presOf" srcId="{E5AC70D1-EEBF-4C1E-A441-C73C4D453EC4}" destId="{75EBEB8A-50FE-41FC-B16B-A8F116CF6E87}" srcOrd="0" destOrd="0" presId="urn:microsoft.com/office/officeart/2005/8/layout/vList2"/>
    <dgm:cxn modelId="{F72CB396-7976-4EA8-9196-5E6D296D3405}" srcId="{66B6B072-D373-4C8C-8414-80E7AD5D9EEE}" destId="{A64ABC76-A0F4-4593-AF00-5E70F23E0E54}" srcOrd="2" destOrd="0" parTransId="{EB4B2192-AB03-43B4-AE20-54218A6AFF01}" sibTransId="{5394F335-B943-432C-B0EB-8C61CF16FE2D}"/>
    <dgm:cxn modelId="{9CF71797-075E-4D9F-AD60-14129CF4A77B}" type="presOf" srcId="{8F5D3F49-4CB9-4C5E-885C-EB616C178458}" destId="{072FD53B-FE68-4CA6-9DB2-C1B708AF6239}" srcOrd="0" destOrd="0" presId="urn:microsoft.com/office/officeart/2005/8/layout/vList2"/>
    <dgm:cxn modelId="{AE02E9D9-1B31-4AB0-B7DD-8ADF323FB1EA}" srcId="{66B6B072-D373-4C8C-8414-80E7AD5D9EEE}" destId="{F7B459BC-FBFF-4943-9B74-0A43938E4588}" srcOrd="1" destOrd="0" parTransId="{1B519B00-D07F-4063-8C1A-76627F3DBDEE}" sibTransId="{175CC8A6-57F9-4EF8-9213-A12298B3476A}"/>
    <dgm:cxn modelId="{7BDAABDF-0FB2-45E9-92D3-85972D476DE4}" srcId="{66B6B072-D373-4C8C-8414-80E7AD5D9EEE}" destId="{8F5D3F49-4CB9-4C5E-885C-EB616C178458}" srcOrd="0" destOrd="0" parTransId="{5F135A46-EC05-462F-B673-57556F504EFC}" sibTransId="{5ABB0873-757A-49EA-8561-AD5FD8EF3DA2}"/>
    <dgm:cxn modelId="{C9B0EAFC-1285-4B0A-A5E7-BE54D16446E9}" type="presOf" srcId="{66B6B072-D373-4C8C-8414-80E7AD5D9EEE}" destId="{9D8202B7-8AB9-430A-A38A-B5F37C3FB42C}" srcOrd="0" destOrd="0" presId="urn:microsoft.com/office/officeart/2005/8/layout/vList2"/>
    <dgm:cxn modelId="{4C251301-8454-4A99-80EE-B2AC4749F90E}" type="presParOf" srcId="{9D8202B7-8AB9-430A-A38A-B5F37C3FB42C}" destId="{072FD53B-FE68-4CA6-9DB2-C1B708AF6239}" srcOrd="0" destOrd="0" presId="urn:microsoft.com/office/officeart/2005/8/layout/vList2"/>
    <dgm:cxn modelId="{A86806E5-0241-4688-A155-7E4E13042A06}" type="presParOf" srcId="{9D8202B7-8AB9-430A-A38A-B5F37C3FB42C}" destId="{4A31A97B-C684-4699-B540-787E57B8BB2E}" srcOrd="1" destOrd="0" presId="urn:microsoft.com/office/officeart/2005/8/layout/vList2"/>
    <dgm:cxn modelId="{548D1494-6B29-4149-A7FC-0B271EA98CE2}" type="presParOf" srcId="{9D8202B7-8AB9-430A-A38A-B5F37C3FB42C}" destId="{AABE27E9-F439-4AB6-A2A3-C573F36B45C6}" srcOrd="2" destOrd="0" presId="urn:microsoft.com/office/officeart/2005/8/layout/vList2"/>
    <dgm:cxn modelId="{AD0F5B98-7948-4160-A8CE-26AFE071293D}" type="presParOf" srcId="{9D8202B7-8AB9-430A-A38A-B5F37C3FB42C}" destId="{C7EE8E49-F2E8-4DFF-9ACD-844A8FD139E4}" srcOrd="3" destOrd="0" presId="urn:microsoft.com/office/officeart/2005/8/layout/vList2"/>
    <dgm:cxn modelId="{A901D314-075A-4BF1-A367-0B7FA555BFB8}" type="presParOf" srcId="{9D8202B7-8AB9-430A-A38A-B5F37C3FB42C}" destId="{5C9085B5-9AD9-47F8-8302-26504F0347FA}" srcOrd="4" destOrd="0" presId="urn:microsoft.com/office/officeart/2005/8/layout/vList2"/>
    <dgm:cxn modelId="{95D5217F-5889-430B-8A92-75F8C89BB06A}" type="presParOf" srcId="{9D8202B7-8AB9-430A-A38A-B5F37C3FB42C}" destId="{C9326AD6-7C97-4AE1-8C58-85C67CA05DA6}" srcOrd="5" destOrd="0" presId="urn:microsoft.com/office/officeart/2005/8/layout/vList2"/>
    <dgm:cxn modelId="{2056765B-9C52-4F15-9D07-27AC6730E60F}" type="presParOf" srcId="{9D8202B7-8AB9-430A-A38A-B5F37C3FB42C}" destId="{75EBEB8A-50FE-41FC-B16B-A8F116CF6E8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AAA6424-1E77-41FE-BA4D-DA5FCBAAFC5D}"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721B07D-6606-455A-A95F-11B7A7C78B10}">
      <dgm:prSet/>
      <dgm:spPr/>
      <dgm:t>
        <a:bodyPr/>
        <a:lstStyle/>
        <a:p>
          <a:pPr>
            <a:lnSpc>
              <a:spcPct val="100000"/>
            </a:lnSpc>
            <a:defRPr cap="all"/>
          </a:pPr>
          <a:r>
            <a:rPr lang="en-US"/>
            <a:t>Session timeout improves security.</a:t>
          </a:r>
        </a:p>
      </dgm:t>
    </dgm:pt>
    <dgm:pt modelId="{0FCD904C-2775-40D5-8835-A29D4049E026}" type="parTrans" cxnId="{804B00FB-5BC8-468E-947C-B0B0B89C42FC}">
      <dgm:prSet/>
      <dgm:spPr/>
      <dgm:t>
        <a:bodyPr/>
        <a:lstStyle/>
        <a:p>
          <a:endParaRPr lang="en-US"/>
        </a:p>
      </dgm:t>
    </dgm:pt>
    <dgm:pt modelId="{852B4AB5-626D-4B57-B0C9-248BB6255A07}" type="sibTrans" cxnId="{804B00FB-5BC8-468E-947C-B0B0B89C42FC}">
      <dgm:prSet/>
      <dgm:spPr/>
      <dgm:t>
        <a:bodyPr/>
        <a:lstStyle/>
        <a:p>
          <a:endParaRPr lang="en-US"/>
        </a:p>
      </dgm:t>
    </dgm:pt>
    <dgm:pt modelId="{B26723BF-75BF-4849-A8C3-26F47718458C}">
      <dgm:prSet/>
      <dgm:spPr/>
      <dgm:t>
        <a:bodyPr/>
        <a:lstStyle/>
        <a:p>
          <a:pPr>
            <a:lnSpc>
              <a:spcPct val="100000"/>
            </a:lnSpc>
            <a:defRPr cap="all"/>
          </a:pPr>
          <a:r>
            <a:rPr lang="en-US"/>
            <a:t>Database transactions prevent partial submissions.</a:t>
          </a:r>
        </a:p>
      </dgm:t>
    </dgm:pt>
    <dgm:pt modelId="{48E9100C-770C-4BB3-B511-BF5A6A7D0CB9}" type="parTrans" cxnId="{9076AA5B-B3EE-4772-8907-FB67E7550BA1}">
      <dgm:prSet/>
      <dgm:spPr/>
      <dgm:t>
        <a:bodyPr/>
        <a:lstStyle/>
        <a:p>
          <a:endParaRPr lang="en-US"/>
        </a:p>
      </dgm:t>
    </dgm:pt>
    <dgm:pt modelId="{6D53756A-CF7E-41F9-95E0-05E165B48CFC}" type="sibTrans" cxnId="{9076AA5B-B3EE-4772-8907-FB67E7550BA1}">
      <dgm:prSet/>
      <dgm:spPr/>
      <dgm:t>
        <a:bodyPr/>
        <a:lstStyle/>
        <a:p>
          <a:endParaRPr lang="en-US"/>
        </a:p>
      </dgm:t>
    </dgm:pt>
    <dgm:pt modelId="{E8A4B3F6-F169-4703-8E5E-DC44DD664DCE}">
      <dgm:prSet/>
      <dgm:spPr/>
      <dgm:t>
        <a:bodyPr/>
        <a:lstStyle/>
        <a:p>
          <a:pPr>
            <a:lnSpc>
              <a:spcPct val="100000"/>
            </a:lnSpc>
            <a:defRPr cap="all"/>
          </a:pPr>
          <a:r>
            <a:rPr lang="en-US"/>
            <a:t>Input sanitization prevents SQL injection.</a:t>
          </a:r>
        </a:p>
      </dgm:t>
    </dgm:pt>
    <dgm:pt modelId="{AEA4D766-4659-4B60-9875-42E2F402ED45}" type="parTrans" cxnId="{3FC9D8EE-9163-4D70-9BFE-145248B256C6}">
      <dgm:prSet/>
      <dgm:spPr/>
      <dgm:t>
        <a:bodyPr/>
        <a:lstStyle/>
        <a:p>
          <a:endParaRPr lang="en-US"/>
        </a:p>
      </dgm:t>
    </dgm:pt>
    <dgm:pt modelId="{863CD400-C25D-427B-A9B3-7E21E69EAFBC}" type="sibTrans" cxnId="{3FC9D8EE-9163-4D70-9BFE-145248B256C6}">
      <dgm:prSet/>
      <dgm:spPr/>
      <dgm:t>
        <a:bodyPr/>
        <a:lstStyle/>
        <a:p>
          <a:endParaRPr lang="en-US"/>
        </a:p>
      </dgm:t>
    </dgm:pt>
    <dgm:pt modelId="{2E81D1D5-F047-4B14-A3D9-7093B3D2D33D}">
      <dgm:prSet/>
      <dgm:spPr/>
      <dgm:t>
        <a:bodyPr/>
        <a:lstStyle/>
        <a:p>
          <a:pPr>
            <a:lnSpc>
              <a:spcPct val="100000"/>
            </a:lnSpc>
            <a:defRPr cap="all"/>
          </a:pPr>
          <a:r>
            <a:rPr lang="en-US"/>
            <a:t>Friendly, non-technical error messages.</a:t>
          </a:r>
        </a:p>
      </dgm:t>
    </dgm:pt>
    <dgm:pt modelId="{6357A7F6-97A1-4F12-917E-A552FDE605EA}" type="parTrans" cxnId="{0E1A61A0-A8F9-457F-BAEB-1986025CCC34}">
      <dgm:prSet/>
      <dgm:spPr/>
      <dgm:t>
        <a:bodyPr/>
        <a:lstStyle/>
        <a:p>
          <a:endParaRPr lang="en-US"/>
        </a:p>
      </dgm:t>
    </dgm:pt>
    <dgm:pt modelId="{FE1EEAE9-99B1-4C94-ADEE-4E2DC709EC9B}" type="sibTrans" cxnId="{0E1A61A0-A8F9-457F-BAEB-1986025CCC34}">
      <dgm:prSet/>
      <dgm:spPr/>
      <dgm:t>
        <a:bodyPr/>
        <a:lstStyle/>
        <a:p>
          <a:endParaRPr lang="en-US"/>
        </a:p>
      </dgm:t>
    </dgm:pt>
    <dgm:pt modelId="{A9139088-57B1-48A9-9D30-2075508F2F14}" type="pres">
      <dgm:prSet presAssocID="{4AAA6424-1E77-41FE-BA4D-DA5FCBAAFC5D}" presName="root" presStyleCnt="0">
        <dgm:presLayoutVars>
          <dgm:dir/>
          <dgm:resizeHandles val="exact"/>
        </dgm:presLayoutVars>
      </dgm:prSet>
      <dgm:spPr/>
    </dgm:pt>
    <dgm:pt modelId="{17562CDD-3483-4545-8039-20B705FD0F51}" type="pres">
      <dgm:prSet presAssocID="{4721B07D-6606-455A-A95F-11B7A7C78B10}" presName="compNode" presStyleCnt="0"/>
      <dgm:spPr/>
    </dgm:pt>
    <dgm:pt modelId="{776BCD9B-6461-463A-85BB-3B340C21CBF5}" type="pres">
      <dgm:prSet presAssocID="{4721B07D-6606-455A-A95F-11B7A7C78B10}" presName="iconBgRect" presStyleLbl="bgShp" presStyleIdx="0" presStyleCnt="4"/>
      <dgm:spPr>
        <a:prstGeom prst="round2DiagRect">
          <a:avLst>
            <a:gd name="adj1" fmla="val 29727"/>
            <a:gd name="adj2" fmla="val 0"/>
          </a:avLst>
        </a:prstGeom>
      </dgm:spPr>
    </dgm:pt>
    <dgm:pt modelId="{3A3F5003-F000-4F73-9A84-3CC7BD793B5A}" type="pres">
      <dgm:prSet presAssocID="{4721B07D-6606-455A-A95F-11B7A7C78B1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DDEE8E79-1460-41B6-933F-864D6D2F4A0C}" type="pres">
      <dgm:prSet presAssocID="{4721B07D-6606-455A-A95F-11B7A7C78B10}" presName="spaceRect" presStyleCnt="0"/>
      <dgm:spPr/>
    </dgm:pt>
    <dgm:pt modelId="{2E2216A0-7D5A-4455-87ED-7C3212130BE5}" type="pres">
      <dgm:prSet presAssocID="{4721B07D-6606-455A-A95F-11B7A7C78B10}" presName="textRect" presStyleLbl="revTx" presStyleIdx="0" presStyleCnt="4">
        <dgm:presLayoutVars>
          <dgm:chMax val="1"/>
          <dgm:chPref val="1"/>
        </dgm:presLayoutVars>
      </dgm:prSet>
      <dgm:spPr/>
    </dgm:pt>
    <dgm:pt modelId="{8D7DB43C-254E-41F9-8A83-ACBC169E7D74}" type="pres">
      <dgm:prSet presAssocID="{852B4AB5-626D-4B57-B0C9-248BB6255A07}" presName="sibTrans" presStyleCnt="0"/>
      <dgm:spPr/>
    </dgm:pt>
    <dgm:pt modelId="{4D81F87B-86FB-46B6-9E92-03B3E4640FE9}" type="pres">
      <dgm:prSet presAssocID="{B26723BF-75BF-4849-A8C3-26F47718458C}" presName="compNode" presStyleCnt="0"/>
      <dgm:spPr/>
    </dgm:pt>
    <dgm:pt modelId="{B1BAB635-7255-40A4-A1D9-D5F6609E5A4F}" type="pres">
      <dgm:prSet presAssocID="{B26723BF-75BF-4849-A8C3-26F47718458C}" presName="iconBgRect" presStyleLbl="bgShp" presStyleIdx="1" presStyleCnt="4"/>
      <dgm:spPr>
        <a:prstGeom prst="round2DiagRect">
          <a:avLst>
            <a:gd name="adj1" fmla="val 29727"/>
            <a:gd name="adj2" fmla="val 0"/>
          </a:avLst>
        </a:prstGeom>
      </dgm:spPr>
    </dgm:pt>
    <dgm:pt modelId="{A4BF9DF3-6A4C-4DEC-8632-F27BBE962EAF}" type="pres">
      <dgm:prSet presAssocID="{B26723BF-75BF-4849-A8C3-26F47718458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5146E730-EBAC-411C-A6E7-8E9E77474ED6}" type="pres">
      <dgm:prSet presAssocID="{B26723BF-75BF-4849-A8C3-26F47718458C}" presName="spaceRect" presStyleCnt="0"/>
      <dgm:spPr/>
    </dgm:pt>
    <dgm:pt modelId="{615BDA12-8A15-4B07-8AED-B3C654EDDDC2}" type="pres">
      <dgm:prSet presAssocID="{B26723BF-75BF-4849-A8C3-26F47718458C}" presName="textRect" presStyleLbl="revTx" presStyleIdx="1" presStyleCnt="4">
        <dgm:presLayoutVars>
          <dgm:chMax val="1"/>
          <dgm:chPref val="1"/>
        </dgm:presLayoutVars>
      </dgm:prSet>
      <dgm:spPr/>
    </dgm:pt>
    <dgm:pt modelId="{1CDEE4ED-7FAF-4B76-B300-AA5B89FB50CD}" type="pres">
      <dgm:prSet presAssocID="{6D53756A-CF7E-41F9-95E0-05E165B48CFC}" presName="sibTrans" presStyleCnt="0"/>
      <dgm:spPr/>
    </dgm:pt>
    <dgm:pt modelId="{6889943F-90D5-4C7E-B950-FECD67DC44D7}" type="pres">
      <dgm:prSet presAssocID="{E8A4B3F6-F169-4703-8E5E-DC44DD664DCE}" presName="compNode" presStyleCnt="0"/>
      <dgm:spPr/>
    </dgm:pt>
    <dgm:pt modelId="{1DB3D413-D2FC-4C06-BE79-865AE0C59295}" type="pres">
      <dgm:prSet presAssocID="{E8A4B3F6-F169-4703-8E5E-DC44DD664DCE}" presName="iconBgRect" presStyleLbl="bgShp" presStyleIdx="2" presStyleCnt="4"/>
      <dgm:spPr>
        <a:prstGeom prst="round2DiagRect">
          <a:avLst>
            <a:gd name="adj1" fmla="val 29727"/>
            <a:gd name="adj2" fmla="val 0"/>
          </a:avLst>
        </a:prstGeom>
      </dgm:spPr>
    </dgm:pt>
    <dgm:pt modelId="{C312826D-32EE-4AD8-8219-30D39623789E}" type="pres">
      <dgm:prSet presAssocID="{E8A4B3F6-F169-4703-8E5E-DC44DD664DC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puter"/>
        </a:ext>
      </dgm:extLst>
    </dgm:pt>
    <dgm:pt modelId="{BF2BBC41-EC4D-4753-B3D1-47E2F05BCD1C}" type="pres">
      <dgm:prSet presAssocID="{E8A4B3F6-F169-4703-8E5E-DC44DD664DCE}" presName="spaceRect" presStyleCnt="0"/>
      <dgm:spPr/>
    </dgm:pt>
    <dgm:pt modelId="{E6B32C12-DD4E-41FC-B03E-D2EF0EE6229E}" type="pres">
      <dgm:prSet presAssocID="{E8A4B3F6-F169-4703-8E5E-DC44DD664DCE}" presName="textRect" presStyleLbl="revTx" presStyleIdx="2" presStyleCnt="4">
        <dgm:presLayoutVars>
          <dgm:chMax val="1"/>
          <dgm:chPref val="1"/>
        </dgm:presLayoutVars>
      </dgm:prSet>
      <dgm:spPr/>
    </dgm:pt>
    <dgm:pt modelId="{23FE58D1-6CF4-44F2-AAEE-6828C0E53B0F}" type="pres">
      <dgm:prSet presAssocID="{863CD400-C25D-427B-A9B3-7E21E69EAFBC}" presName="sibTrans" presStyleCnt="0"/>
      <dgm:spPr/>
    </dgm:pt>
    <dgm:pt modelId="{1F103645-C1CC-4A89-86DD-A06D8CEA5F94}" type="pres">
      <dgm:prSet presAssocID="{2E81D1D5-F047-4B14-A3D9-7093B3D2D33D}" presName="compNode" presStyleCnt="0"/>
      <dgm:spPr/>
    </dgm:pt>
    <dgm:pt modelId="{EE0BE5D9-7A15-444C-8569-4F540BE25781}" type="pres">
      <dgm:prSet presAssocID="{2E81D1D5-F047-4B14-A3D9-7093B3D2D33D}" presName="iconBgRect" presStyleLbl="bgShp" presStyleIdx="3" presStyleCnt="4"/>
      <dgm:spPr>
        <a:prstGeom prst="round2DiagRect">
          <a:avLst>
            <a:gd name="adj1" fmla="val 29727"/>
            <a:gd name="adj2" fmla="val 0"/>
          </a:avLst>
        </a:prstGeom>
      </dgm:spPr>
    </dgm:pt>
    <dgm:pt modelId="{EE05924D-08C0-48D1-A76F-7BDB1A687B4F}" type="pres">
      <dgm:prSet presAssocID="{2E81D1D5-F047-4B14-A3D9-7093B3D2D33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ubtitles"/>
        </a:ext>
      </dgm:extLst>
    </dgm:pt>
    <dgm:pt modelId="{DA3DAA09-D326-45B0-B967-01C67F29D596}" type="pres">
      <dgm:prSet presAssocID="{2E81D1D5-F047-4B14-A3D9-7093B3D2D33D}" presName="spaceRect" presStyleCnt="0"/>
      <dgm:spPr/>
    </dgm:pt>
    <dgm:pt modelId="{B5CCB5F8-BEF0-4E47-99F8-99551C33C61E}" type="pres">
      <dgm:prSet presAssocID="{2E81D1D5-F047-4B14-A3D9-7093B3D2D33D}" presName="textRect" presStyleLbl="revTx" presStyleIdx="3" presStyleCnt="4">
        <dgm:presLayoutVars>
          <dgm:chMax val="1"/>
          <dgm:chPref val="1"/>
        </dgm:presLayoutVars>
      </dgm:prSet>
      <dgm:spPr/>
    </dgm:pt>
  </dgm:ptLst>
  <dgm:cxnLst>
    <dgm:cxn modelId="{9076AA5B-B3EE-4772-8907-FB67E7550BA1}" srcId="{4AAA6424-1E77-41FE-BA4D-DA5FCBAAFC5D}" destId="{B26723BF-75BF-4849-A8C3-26F47718458C}" srcOrd="1" destOrd="0" parTransId="{48E9100C-770C-4BB3-B511-BF5A6A7D0CB9}" sibTransId="{6D53756A-CF7E-41F9-95E0-05E165B48CFC}"/>
    <dgm:cxn modelId="{F4A1064A-25A9-4543-848A-A1D35F1A2D33}" type="presOf" srcId="{B26723BF-75BF-4849-A8C3-26F47718458C}" destId="{615BDA12-8A15-4B07-8AED-B3C654EDDDC2}" srcOrd="0" destOrd="0" presId="urn:microsoft.com/office/officeart/2018/5/layout/IconLeafLabelList"/>
    <dgm:cxn modelId="{9D89A096-1569-4BF1-BCC6-66BABEFDCB28}" type="presOf" srcId="{2E81D1D5-F047-4B14-A3D9-7093B3D2D33D}" destId="{B5CCB5F8-BEF0-4E47-99F8-99551C33C61E}" srcOrd="0" destOrd="0" presId="urn:microsoft.com/office/officeart/2018/5/layout/IconLeafLabelList"/>
    <dgm:cxn modelId="{204D5C9F-1E8E-4CA9-A128-7BD15F5BF8BE}" type="presOf" srcId="{E8A4B3F6-F169-4703-8E5E-DC44DD664DCE}" destId="{E6B32C12-DD4E-41FC-B03E-D2EF0EE6229E}" srcOrd="0" destOrd="0" presId="urn:microsoft.com/office/officeart/2018/5/layout/IconLeafLabelList"/>
    <dgm:cxn modelId="{0E1A61A0-A8F9-457F-BAEB-1986025CCC34}" srcId="{4AAA6424-1E77-41FE-BA4D-DA5FCBAAFC5D}" destId="{2E81D1D5-F047-4B14-A3D9-7093B3D2D33D}" srcOrd="3" destOrd="0" parTransId="{6357A7F6-97A1-4F12-917E-A552FDE605EA}" sibTransId="{FE1EEAE9-99B1-4C94-ADEE-4E2DC709EC9B}"/>
    <dgm:cxn modelId="{2A45DEB7-7B2F-4048-98A9-F1279F2090F1}" type="presOf" srcId="{4AAA6424-1E77-41FE-BA4D-DA5FCBAAFC5D}" destId="{A9139088-57B1-48A9-9D30-2075508F2F14}" srcOrd="0" destOrd="0" presId="urn:microsoft.com/office/officeart/2018/5/layout/IconLeafLabelList"/>
    <dgm:cxn modelId="{3FC9D8EE-9163-4D70-9BFE-145248B256C6}" srcId="{4AAA6424-1E77-41FE-BA4D-DA5FCBAAFC5D}" destId="{E8A4B3F6-F169-4703-8E5E-DC44DD664DCE}" srcOrd="2" destOrd="0" parTransId="{AEA4D766-4659-4B60-9875-42E2F402ED45}" sibTransId="{863CD400-C25D-427B-A9B3-7E21E69EAFBC}"/>
    <dgm:cxn modelId="{F6D902F5-519B-4FCE-B32A-370C7B5BF4AC}" type="presOf" srcId="{4721B07D-6606-455A-A95F-11B7A7C78B10}" destId="{2E2216A0-7D5A-4455-87ED-7C3212130BE5}" srcOrd="0" destOrd="0" presId="urn:microsoft.com/office/officeart/2018/5/layout/IconLeafLabelList"/>
    <dgm:cxn modelId="{804B00FB-5BC8-468E-947C-B0B0B89C42FC}" srcId="{4AAA6424-1E77-41FE-BA4D-DA5FCBAAFC5D}" destId="{4721B07D-6606-455A-A95F-11B7A7C78B10}" srcOrd="0" destOrd="0" parTransId="{0FCD904C-2775-40D5-8835-A29D4049E026}" sibTransId="{852B4AB5-626D-4B57-B0C9-248BB6255A07}"/>
    <dgm:cxn modelId="{C5BE3EAF-91A7-4213-8ADA-35B7292D24A4}" type="presParOf" srcId="{A9139088-57B1-48A9-9D30-2075508F2F14}" destId="{17562CDD-3483-4545-8039-20B705FD0F51}" srcOrd="0" destOrd="0" presId="urn:microsoft.com/office/officeart/2018/5/layout/IconLeafLabelList"/>
    <dgm:cxn modelId="{95F05408-DB48-481E-BE62-184F85E7DBB5}" type="presParOf" srcId="{17562CDD-3483-4545-8039-20B705FD0F51}" destId="{776BCD9B-6461-463A-85BB-3B340C21CBF5}" srcOrd="0" destOrd="0" presId="urn:microsoft.com/office/officeart/2018/5/layout/IconLeafLabelList"/>
    <dgm:cxn modelId="{8A5B43EA-9B7E-495D-97B2-33009AFA4B06}" type="presParOf" srcId="{17562CDD-3483-4545-8039-20B705FD0F51}" destId="{3A3F5003-F000-4F73-9A84-3CC7BD793B5A}" srcOrd="1" destOrd="0" presId="urn:microsoft.com/office/officeart/2018/5/layout/IconLeafLabelList"/>
    <dgm:cxn modelId="{5D71E839-0FCA-450E-836D-FE96EC9BE392}" type="presParOf" srcId="{17562CDD-3483-4545-8039-20B705FD0F51}" destId="{DDEE8E79-1460-41B6-933F-864D6D2F4A0C}" srcOrd="2" destOrd="0" presId="urn:microsoft.com/office/officeart/2018/5/layout/IconLeafLabelList"/>
    <dgm:cxn modelId="{0C9180E7-3D78-4C84-91D9-444CA439C508}" type="presParOf" srcId="{17562CDD-3483-4545-8039-20B705FD0F51}" destId="{2E2216A0-7D5A-4455-87ED-7C3212130BE5}" srcOrd="3" destOrd="0" presId="urn:microsoft.com/office/officeart/2018/5/layout/IconLeafLabelList"/>
    <dgm:cxn modelId="{4ABD0D9D-9EC3-42F1-806D-C93825811DF3}" type="presParOf" srcId="{A9139088-57B1-48A9-9D30-2075508F2F14}" destId="{8D7DB43C-254E-41F9-8A83-ACBC169E7D74}" srcOrd="1" destOrd="0" presId="urn:microsoft.com/office/officeart/2018/5/layout/IconLeafLabelList"/>
    <dgm:cxn modelId="{22392D70-C075-485E-A9D9-6BFE36EC9646}" type="presParOf" srcId="{A9139088-57B1-48A9-9D30-2075508F2F14}" destId="{4D81F87B-86FB-46B6-9E92-03B3E4640FE9}" srcOrd="2" destOrd="0" presId="urn:microsoft.com/office/officeart/2018/5/layout/IconLeafLabelList"/>
    <dgm:cxn modelId="{69675CBD-87E0-4DD3-B9DA-A7DC158E656B}" type="presParOf" srcId="{4D81F87B-86FB-46B6-9E92-03B3E4640FE9}" destId="{B1BAB635-7255-40A4-A1D9-D5F6609E5A4F}" srcOrd="0" destOrd="0" presId="urn:microsoft.com/office/officeart/2018/5/layout/IconLeafLabelList"/>
    <dgm:cxn modelId="{69A997DF-BE2A-4575-AF92-18A74F084914}" type="presParOf" srcId="{4D81F87B-86FB-46B6-9E92-03B3E4640FE9}" destId="{A4BF9DF3-6A4C-4DEC-8632-F27BBE962EAF}" srcOrd="1" destOrd="0" presId="urn:microsoft.com/office/officeart/2018/5/layout/IconLeafLabelList"/>
    <dgm:cxn modelId="{D404C127-3346-463C-91DA-0056CC41F036}" type="presParOf" srcId="{4D81F87B-86FB-46B6-9E92-03B3E4640FE9}" destId="{5146E730-EBAC-411C-A6E7-8E9E77474ED6}" srcOrd="2" destOrd="0" presId="urn:microsoft.com/office/officeart/2018/5/layout/IconLeafLabelList"/>
    <dgm:cxn modelId="{89494FE0-C5C3-40B7-9451-FBF9E9417F2E}" type="presParOf" srcId="{4D81F87B-86FB-46B6-9E92-03B3E4640FE9}" destId="{615BDA12-8A15-4B07-8AED-B3C654EDDDC2}" srcOrd="3" destOrd="0" presId="urn:microsoft.com/office/officeart/2018/5/layout/IconLeafLabelList"/>
    <dgm:cxn modelId="{A4290F89-A7A7-45F7-A67F-6F21BB9D2FB1}" type="presParOf" srcId="{A9139088-57B1-48A9-9D30-2075508F2F14}" destId="{1CDEE4ED-7FAF-4B76-B300-AA5B89FB50CD}" srcOrd="3" destOrd="0" presId="urn:microsoft.com/office/officeart/2018/5/layout/IconLeafLabelList"/>
    <dgm:cxn modelId="{844CC469-D78D-4B4B-83EA-EF323A712F30}" type="presParOf" srcId="{A9139088-57B1-48A9-9D30-2075508F2F14}" destId="{6889943F-90D5-4C7E-B950-FECD67DC44D7}" srcOrd="4" destOrd="0" presId="urn:microsoft.com/office/officeart/2018/5/layout/IconLeafLabelList"/>
    <dgm:cxn modelId="{1182B219-8192-4ECC-A133-13C8619604B1}" type="presParOf" srcId="{6889943F-90D5-4C7E-B950-FECD67DC44D7}" destId="{1DB3D413-D2FC-4C06-BE79-865AE0C59295}" srcOrd="0" destOrd="0" presId="urn:microsoft.com/office/officeart/2018/5/layout/IconLeafLabelList"/>
    <dgm:cxn modelId="{9009F416-8C74-4447-84A9-14577A50CA0C}" type="presParOf" srcId="{6889943F-90D5-4C7E-B950-FECD67DC44D7}" destId="{C312826D-32EE-4AD8-8219-30D39623789E}" srcOrd="1" destOrd="0" presId="urn:microsoft.com/office/officeart/2018/5/layout/IconLeafLabelList"/>
    <dgm:cxn modelId="{A56B7742-F622-437C-8774-B3738BA26B1E}" type="presParOf" srcId="{6889943F-90D5-4C7E-B950-FECD67DC44D7}" destId="{BF2BBC41-EC4D-4753-B3D1-47E2F05BCD1C}" srcOrd="2" destOrd="0" presId="urn:microsoft.com/office/officeart/2018/5/layout/IconLeafLabelList"/>
    <dgm:cxn modelId="{18B45082-CA49-4638-9D45-B079B920944D}" type="presParOf" srcId="{6889943F-90D5-4C7E-B950-FECD67DC44D7}" destId="{E6B32C12-DD4E-41FC-B03E-D2EF0EE6229E}" srcOrd="3" destOrd="0" presId="urn:microsoft.com/office/officeart/2018/5/layout/IconLeafLabelList"/>
    <dgm:cxn modelId="{6FC79E2F-9D73-4595-A8F7-8F4BB4FE6F3F}" type="presParOf" srcId="{A9139088-57B1-48A9-9D30-2075508F2F14}" destId="{23FE58D1-6CF4-44F2-AAEE-6828C0E53B0F}" srcOrd="5" destOrd="0" presId="urn:microsoft.com/office/officeart/2018/5/layout/IconLeafLabelList"/>
    <dgm:cxn modelId="{60930A18-E519-4574-8323-C0BA74E1CCCF}" type="presParOf" srcId="{A9139088-57B1-48A9-9D30-2075508F2F14}" destId="{1F103645-C1CC-4A89-86DD-A06D8CEA5F94}" srcOrd="6" destOrd="0" presId="urn:microsoft.com/office/officeart/2018/5/layout/IconLeafLabelList"/>
    <dgm:cxn modelId="{7A7F58E1-BCB9-433E-9E38-E4BC8DA1CDBF}" type="presParOf" srcId="{1F103645-C1CC-4A89-86DD-A06D8CEA5F94}" destId="{EE0BE5D9-7A15-444C-8569-4F540BE25781}" srcOrd="0" destOrd="0" presId="urn:microsoft.com/office/officeart/2018/5/layout/IconLeafLabelList"/>
    <dgm:cxn modelId="{93032336-373C-4277-8942-B6ACA4166722}" type="presParOf" srcId="{1F103645-C1CC-4A89-86DD-A06D8CEA5F94}" destId="{EE05924D-08C0-48D1-A76F-7BDB1A687B4F}" srcOrd="1" destOrd="0" presId="urn:microsoft.com/office/officeart/2018/5/layout/IconLeafLabelList"/>
    <dgm:cxn modelId="{6BA9D074-8256-4AC6-B57F-5658D73ECD3C}" type="presParOf" srcId="{1F103645-C1CC-4A89-86DD-A06D8CEA5F94}" destId="{DA3DAA09-D326-45B0-B967-01C67F29D596}" srcOrd="2" destOrd="0" presId="urn:microsoft.com/office/officeart/2018/5/layout/IconLeafLabelList"/>
    <dgm:cxn modelId="{C9814674-D909-42BB-B5C8-F6D231F2F437}" type="presParOf" srcId="{1F103645-C1CC-4A89-86DD-A06D8CEA5F94}" destId="{B5CCB5F8-BEF0-4E47-99F8-99551C33C61E}"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A7FF84B-0609-4C34-9096-6B4865917CF4}"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2FE3526-0C9E-4BBA-B921-30E1FD443726}">
      <dgm:prSet/>
      <dgm:spPr/>
      <dgm:t>
        <a:bodyPr/>
        <a:lstStyle/>
        <a:p>
          <a:pPr>
            <a:defRPr cap="all"/>
          </a:pPr>
          <a:r>
            <a:rPr lang="en-US"/>
            <a:t>Custom session logic created to replace Identity.</a:t>
          </a:r>
        </a:p>
      </dgm:t>
    </dgm:pt>
    <dgm:pt modelId="{11F386FD-2B30-4AE9-89B0-2AD9E4E9F70F}" type="parTrans" cxnId="{A19D3952-AEA2-420D-9421-31FB7E2A5CEC}">
      <dgm:prSet/>
      <dgm:spPr/>
      <dgm:t>
        <a:bodyPr/>
        <a:lstStyle/>
        <a:p>
          <a:endParaRPr lang="en-US"/>
        </a:p>
      </dgm:t>
    </dgm:pt>
    <dgm:pt modelId="{5F6A18AD-C2EC-458B-A3DF-61D4D2437046}" type="sibTrans" cxnId="{A19D3952-AEA2-420D-9421-31FB7E2A5CEC}">
      <dgm:prSet/>
      <dgm:spPr/>
      <dgm:t>
        <a:bodyPr/>
        <a:lstStyle/>
        <a:p>
          <a:endParaRPr lang="en-US"/>
        </a:p>
      </dgm:t>
    </dgm:pt>
    <dgm:pt modelId="{447244C7-1FA6-4C0C-A2EA-27E24D0BFF0B}">
      <dgm:prSet/>
      <dgm:spPr/>
      <dgm:t>
        <a:bodyPr/>
        <a:lstStyle/>
        <a:p>
          <a:pPr>
            <a:defRPr cap="all"/>
          </a:pPr>
          <a:r>
            <a:rPr lang="en-US"/>
            <a:t>AJAX used for seamless real-time calculations.</a:t>
          </a:r>
        </a:p>
      </dgm:t>
    </dgm:pt>
    <dgm:pt modelId="{E6714D38-D01A-4446-964A-6C81B2116BA4}" type="parTrans" cxnId="{661639D9-5F65-4C25-9127-AF739D2C37E8}">
      <dgm:prSet/>
      <dgm:spPr/>
      <dgm:t>
        <a:bodyPr/>
        <a:lstStyle/>
        <a:p>
          <a:endParaRPr lang="en-US"/>
        </a:p>
      </dgm:t>
    </dgm:pt>
    <dgm:pt modelId="{FA845B96-7054-4498-A9AD-B38871AD92EA}" type="sibTrans" cxnId="{661639D9-5F65-4C25-9127-AF739D2C37E8}">
      <dgm:prSet/>
      <dgm:spPr/>
      <dgm:t>
        <a:bodyPr/>
        <a:lstStyle/>
        <a:p>
          <a:endParaRPr lang="en-US"/>
        </a:p>
      </dgm:t>
    </dgm:pt>
    <dgm:pt modelId="{251C8881-396C-4AB2-935C-AE47CF8006D9}">
      <dgm:prSet/>
      <dgm:spPr/>
      <dgm:t>
        <a:bodyPr/>
        <a:lstStyle/>
        <a:p>
          <a:pPr>
            <a:defRPr cap="all"/>
          </a:pPr>
          <a:r>
            <a:rPr lang="en-US"/>
            <a:t>Files stored outside webroot for security.</a:t>
          </a:r>
        </a:p>
      </dgm:t>
    </dgm:pt>
    <dgm:pt modelId="{60C5CF56-73EC-4706-A1D7-D5C873F6CEB3}" type="parTrans" cxnId="{1E95D02E-AAFB-4EB3-926F-C34102115FE7}">
      <dgm:prSet/>
      <dgm:spPr/>
      <dgm:t>
        <a:bodyPr/>
        <a:lstStyle/>
        <a:p>
          <a:endParaRPr lang="en-US"/>
        </a:p>
      </dgm:t>
    </dgm:pt>
    <dgm:pt modelId="{AE27B674-0BB3-4C31-B8EF-E559DD23159C}" type="sibTrans" cxnId="{1E95D02E-AAFB-4EB3-926F-C34102115FE7}">
      <dgm:prSet/>
      <dgm:spPr/>
      <dgm:t>
        <a:bodyPr/>
        <a:lstStyle/>
        <a:p>
          <a:endParaRPr lang="en-US"/>
        </a:p>
      </dgm:t>
    </dgm:pt>
    <dgm:pt modelId="{17CBCDAB-3F2C-4BD1-9202-20F1CBD8F4DE}">
      <dgm:prSet/>
      <dgm:spPr/>
      <dgm:t>
        <a:bodyPr/>
        <a:lstStyle/>
        <a:p>
          <a:pPr>
            <a:defRPr cap="all"/>
          </a:pPr>
          <a:r>
            <a:rPr lang="en-US"/>
            <a:t>Role verification helpers ensure restricted access.</a:t>
          </a:r>
        </a:p>
      </dgm:t>
    </dgm:pt>
    <dgm:pt modelId="{25487B2A-5CDC-4D55-8714-B1038BDB605B}" type="parTrans" cxnId="{2A6BC523-9DBF-4E33-BEE0-41CC734306DF}">
      <dgm:prSet/>
      <dgm:spPr/>
      <dgm:t>
        <a:bodyPr/>
        <a:lstStyle/>
        <a:p>
          <a:endParaRPr lang="en-US"/>
        </a:p>
      </dgm:t>
    </dgm:pt>
    <dgm:pt modelId="{C78504C2-74F8-4739-A6DF-C9A7E1FE114B}" type="sibTrans" cxnId="{2A6BC523-9DBF-4E33-BEE0-41CC734306DF}">
      <dgm:prSet/>
      <dgm:spPr/>
      <dgm:t>
        <a:bodyPr/>
        <a:lstStyle/>
        <a:p>
          <a:endParaRPr lang="en-US"/>
        </a:p>
      </dgm:t>
    </dgm:pt>
    <dgm:pt modelId="{195349FB-6513-4224-83BB-314C40D63586}" type="pres">
      <dgm:prSet presAssocID="{3A7FF84B-0609-4C34-9096-6B4865917CF4}" presName="root" presStyleCnt="0">
        <dgm:presLayoutVars>
          <dgm:dir/>
          <dgm:resizeHandles val="exact"/>
        </dgm:presLayoutVars>
      </dgm:prSet>
      <dgm:spPr/>
    </dgm:pt>
    <dgm:pt modelId="{AAC44139-3460-4D9C-B0E4-A96B27D62954}" type="pres">
      <dgm:prSet presAssocID="{42FE3526-0C9E-4BBA-B921-30E1FD443726}" presName="compNode" presStyleCnt="0"/>
      <dgm:spPr/>
    </dgm:pt>
    <dgm:pt modelId="{E5BADDF0-831E-45E4-9509-49DA70818E8E}" type="pres">
      <dgm:prSet presAssocID="{42FE3526-0C9E-4BBA-B921-30E1FD443726}" presName="iconBgRect" presStyleLbl="bgShp" presStyleIdx="0" presStyleCnt="4"/>
      <dgm:spPr>
        <a:prstGeom prst="round2DiagRect">
          <a:avLst>
            <a:gd name="adj1" fmla="val 29727"/>
            <a:gd name="adj2" fmla="val 0"/>
          </a:avLst>
        </a:prstGeom>
      </dgm:spPr>
    </dgm:pt>
    <dgm:pt modelId="{1285A64A-FAA0-45DD-BECE-79AA9166FD13}" type="pres">
      <dgm:prSet presAssocID="{42FE3526-0C9E-4BBA-B921-30E1FD44372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2D8CBD6D-89FA-415B-B434-F2659EAA189E}" type="pres">
      <dgm:prSet presAssocID="{42FE3526-0C9E-4BBA-B921-30E1FD443726}" presName="spaceRect" presStyleCnt="0"/>
      <dgm:spPr/>
    </dgm:pt>
    <dgm:pt modelId="{5D1FC4F5-83B4-42D4-9F41-1DB22DFFC5F8}" type="pres">
      <dgm:prSet presAssocID="{42FE3526-0C9E-4BBA-B921-30E1FD443726}" presName="textRect" presStyleLbl="revTx" presStyleIdx="0" presStyleCnt="4">
        <dgm:presLayoutVars>
          <dgm:chMax val="1"/>
          <dgm:chPref val="1"/>
        </dgm:presLayoutVars>
      </dgm:prSet>
      <dgm:spPr/>
    </dgm:pt>
    <dgm:pt modelId="{F9DE89C7-1782-4E8D-AFA8-B48388C41DF0}" type="pres">
      <dgm:prSet presAssocID="{5F6A18AD-C2EC-458B-A3DF-61D4D2437046}" presName="sibTrans" presStyleCnt="0"/>
      <dgm:spPr/>
    </dgm:pt>
    <dgm:pt modelId="{AA8D2C6A-9469-4823-A9E4-DC3B961ABD5E}" type="pres">
      <dgm:prSet presAssocID="{447244C7-1FA6-4C0C-A2EA-27E24D0BFF0B}" presName="compNode" presStyleCnt="0"/>
      <dgm:spPr/>
    </dgm:pt>
    <dgm:pt modelId="{67956265-DC79-4D5A-9895-A2292FFEA99B}" type="pres">
      <dgm:prSet presAssocID="{447244C7-1FA6-4C0C-A2EA-27E24D0BFF0B}" presName="iconBgRect" presStyleLbl="bgShp" presStyleIdx="1" presStyleCnt="4"/>
      <dgm:spPr>
        <a:prstGeom prst="round2DiagRect">
          <a:avLst>
            <a:gd name="adj1" fmla="val 29727"/>
            <a:gd name="adj2" fmla="val 0"/>
          </a:avLst>
        </a:prstGeom>
      </dgm:spPr>
    </dgm:pt>
    <dgm:pt modelId="{6F549BF1-2EE4-4A52-A085-F493BFC84999}" type="pres">
      <dgm:prSet presAssocID="{447244C7-1FA6-4C0C-A2EA-27E24D0BFF0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175FC5CA-3F19-4AA9-B398-310031716184}" type="pres">
      <dgm:prSet presAssocID="{447244C7-1FA6-4C0C-A2EA-27E24D0BFF0B}" presName="spaceRect" presStyleCnt="0"/>
      <dgm:spPr/>
    </dgm:pt>
    <dgm:pt modelId="{5B013446-3D5C-4D67-A0DA-84D14DEC437F}" type="pres">
      <dgm:prSet presAssocID="{447244C7-1FA6-4C0C-A2EA-27E24D0BFF0B}" presName="textRect" presStyleLbl="revTx" presStyleIdx="1" presStyleCnt="4">
        <dgm:presLayoutVars>
          <dgm:chMax val="1"/>
          <dgm:chPref val="1"/>
        </dgm:presLayoutVars>
      </dgm:prSet>
      <dgm:spPr/>
    </dgm:pt>
    <dgm:pt modelId="{B232E207-D7E4-4135-BE55-A7A8B6F826A4}" type="pres">
      <dgm:prSet presAssocID="{FA845B96-7054-4498-A9AD-B38871AD92EA}" presName="sibTrans" presStyleCnt="0"/>
      <dgm:spPr/>
    </dgm:pt>
    <dgm:pt modelId="{080B198A-0069-4F57-80DF-B37775938F30}" type="pres">
      <dgm:prSet presAssocID="{251C8881-396C-4AB2-935C-AE47CF8006D9}" presName="compNode" presStyleCnt="0"/>
      <dgm:spPr/>
    </dgm:pt>
    <dgm:pt modelId="{55910ECF-EC32-4385-B5D7-79A9308F674B}" type="pres">
      <dgm:prSet presAssocID="{251C8881-396C-4AB2-935C-AE47CF8006D9}" presName="iconBgRect" presStyleLbl="bgShp" presStyleIdx="2" presStyleCnt="4"/>
      <dgm:spPr>
        <a:prstGeom prst="round2DiagRect">
          <a:avLst>
            <a:gd name="adj1" fmla="val 29727"/>
            <a:gd name="adj2" fmla="val 0"/>
          </a:avLst>
        </a:prstGeom>
      </dgm:spPr>
    </dgm:pt>
    <dgm:pt modelId="{5125AE6D-9B91-453C-968B-BE81ED248993}" type="pres">
      <dgm:prSet presAssocID="{251C8881-396C-4AB2-935C-AE47CF8006D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 Folder"/>
        </a:ext>
      </dgm:extLst>
    </dgm:pt>
    <dgm:pt modelId="{949A63FE-D683-48CF-A5F1-4D1C5D227583}" type="pres">
      <dgm:prSet presAssocID="{251C8881-396C-4AB2-935C-AE47CF8006D9}" presName="spaceRect" presStyleCnt="0"/>
      <dgm:spPr/>
    </dgm:pt>
    <dgm:pt modelId="{096B061F-35FA-4546-BA9D-5821158C6D97}" type="pres">
      <dgm:prSet presAssocID="{251C8881-396C-4AB2-935C-AE47CF8006D9}" presName="textRect" presStyleLbl="revTx" presStyleIdx="2" presStyleCnt="4">
        <dgm:presLayoutVars>
          <dgm:chMax val="1"/>
          <dgm:chPref val="1"/>
        </dgm:presLayoutVars>
      </dgm:prSet>
      <dgm:spPr/>
    </dgm:pt>
    <dgm:pt modelId="{E1E99E5D-DB42-4E01-B82E-17DA53D8EFE3}" type="pres">
      <dgm:prSet presAssocID="{AE27B674-0BB3-4C31-B8EF-E559DD23159C}" presName="sibTrans" presStyleCnt="0"/>
      <dgm:spPr/>
    </dgm:pt>
    <dgm:pt modelId="{856FA3F6-5ED2-430F-8303-22E48E1F531B}" type="pres">
      <dgm:prSet presAssocID="{17CBCDAB-3F2C-4BD1-9202-20F1CBD8F4DE}" presName="compNode" presStyleCnt="0"/>
      <dgm:spPr/>
    </dgm:pt>
    <dgm:pt modelId="{75FE3363-C0B3-4E60-B5B5-7FA93E6AB001}" type="pres">
      <dgm:prSet presAssocID="{17CBCDAB-3F2C-4BD1-9202-20F1CBD8F4DE}" presName="iconBgRect" presStyleLbl="bgShp" presStyleIdx="3" presStyleCnt="4"/>
      <dgm:spPr>
        <a:prstGeom prst="round2DiagRect">
          <a:avLst>
            <a:gd name="adj1" fmla="val 29727"/>
            <a:gd name="adj2" fmla="val 0"/>
          </a:avLst>
        </a:prstGeom>
      </dgm:spPr>
    </dgm:pt>
    <dgm:pt modelId="{26BAC1DA-4EE9-4DF4-9357-CCEB4D8F6C76}" type="pres">
      <dgm:prSet presAssocID="{17CBCDAB-3F2C-4BD1-9202-20F1CBD8F4D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ck"/>
        </a:ext>
      </dgm:extLst>
    </dgm:pt>
    <dgm:pt modelId="{66E04758-A78C-4C3C-BE4A-258A21F81D9C}" type="pres">
      <dgm:prSet presAssocID="{17CBCDAB-3F2C-4BD1-9202-20F1CBD8F4DE}" presName="spaceRect" presStyleCnt="0"/>
      <dgm:spPr/>
    </dgm:pt>
    <dgm:pt modelId="{853B68C1-951B-4C1C-9384-14174F3C36D3}" type="pres">
      <dgm:prSet presAssocID="{17CBCDAB-3F2C-4BD1-9202-20F1CBD8F4DE}" presName="textRect" presStyleLbl="revTx" presStyleIdx="3" presStyleCnt="4">
        <dgm:presLayoutVars>
          <dgm:chMax val="1"/>
          <dgm:chPref val="1"/>
        </dgm:presLayoutVars>
      </dgm:prSet>
      <dgm:spPr/>
    </dgm:pt>
  </dgm:ptLst>
  <dgm:cxnLst>
    <dgm:cxn modelId="{33A4B922-460F-4B84-B160-535D36A01F8B}" type="presOf" srcId="{42FE3526-0C9E-4BBA-B921-30E1FD443726}" destId="{5D1FC4F5-83B4-42D4-9F41-1DB22DFFC5F8}" srcOrd="0" destOrd="0" presId="urn:microsoft.com/office/officeart/2018/5/layout/IconLeafLabelList"/>
    <dgm:cxn modelId="{2A6BC523-9DBF-4E33-BEE0-41CC734306DF}" srcId="{3A7FF84B-0609-4C34-9096-6B4865917CF4}" destId="{17CBCDAB-3F2C-4BD1-9202-20F1CBD8F4DE}" srcOrd="3" destOrd="0" parTransId="{25487B2A-5CDC-4D55-8714-B1038BDB605B}" sibTransId="{C78504C2-74F8-4739-A6DF-C9A7E1FE114B}"/>
    <dgm:cxn modelId="{C36DC32D-E122-4003-95E6-80380E2AE826}" type="presOf" srcId="{251C8881-396C-4AB2-935C-AE47CF8006D9}" destId="{096B061F-35FA-4546-BA9D-5821158C6D97}" srcOrd="0" destOrd="0" presId="urn:microsoft.com/office/officeart/2018/5/layout/IconLeafLabelList"/>
    <dgm:cxn modelId="{1E95D02E-AAFB-4EB3-926F-C34102115FE7}" srcId="{3A7FF84B-0609-4C34-9096-6B4865917CF4}" destId="{251C8881-396C-4AB2-935C-AE47CF8006D9}" srcOrd="2" destOrd="0" parTransId="{60C5CF56-73EC-4706-A1D7-D5C873F6CEB3}" sibTransId="{AE27B674-0BB3-4C31-B8EF-E559DD23159C}"/>
    <dgm:cxn modelId="{A19D3952-AEA2-420D-9421-31FB7E2A5CEC}" srcId="{3A7FF84B-0609-4C34-9096-6B4865917CF4}" destId="{42FE3526-0C9E-4BBA-B921-30E1FD443726}" srcOrd="0" destOrd="0" parTransId="{11F386FD-2B30-4AE9-89B0-2AD9E4E9F70F}" sibTransId="{5F6A18AD-C2EC-458B-A3DF-61D4D2437046}"/>
    <dgm:cxn modelId="{661639D9-5F65-4C25-9127-AF739D2C37E8}" srcId="{3A7FF84B-0609-4C34-9096-6B4865917CF4}" destId="{447244C7-1FA6-4C0C-A2EA-27E24D0BFF0B}" srcOrd="1" destOrd="0" parTransId="{E6714D38-D01A-4446-964A-6C81B2116BA4}" sibTransId="{FA845B96-7054-4498-A9AD-B38871AD92EA}"/>
    <dgm:cxn modelId="{60CB50EA-AE13-41DC-B40F-A17E16E86DDB}" type="presOf" srcId="{17CBCDAB-3F2C-4BD1-9202-20F1CBD8F4DE}" destId="{853B68C1-951B-4C1C-9384-14174F3C36D3}" srcOrd="0" destOrd="0" presId="urn:microsoft.com/office/officeart/2018/5/layout/IconLeafLabelList"/>
    <dgm:cxn modelId="{3D4001FF-0F98-46CF-A1D4-2BD4CEAA4E3B}" type="presOf" srcId="{3A7FF84B-0609-4C34-9096-6B4865917CF4}" destId="{195349FB-6513-4224-83BB-314C40D63586}" srcOrd="0" destOrd="0" presId="urn:microsoft.com/office/officeart/2018/5/layout/IconLeafLabelList"/>
    <dgm:cxn modelId="{1C5EBCFF-CF86-479C-B6CA-44C81C15B5E3}" type="presOf" srcId="{447244C7-1FA6-4C0C-A2EA-27E24D0BFF0B}" destId="{5B013446-3D5C-4D67-A0DA-84D14DEC437F}" srcOrd="0" destOrd="0" presId="urn:microsoft.com/office/officeart/2018/5/layout/IconLeafLabelList"/>
    <dgm:cxn modelId="{338D0C26-030A-4ABA-92B8-01905534AD3D}" type="presParOf" srcId="{195349FB-6513-4224-83BB-314C40D63586}" destId="{AAC44139-3460-4D9C-B0E4-A96B27D62954}" srcOrd="0" destOrd="0" presId="urn:microsoft.com/office/officeart/2018/5/layout/IconLeafLabelList"/>
    <dgm:cxn modelId="{7B77FCF6-3569-4175-B86B-2A7E58C296D7}" type="presParOf" srcId="{AAC44139-3460-4D9C-B0E4-A96B27D62954}" destId="{E5BADDF0-831E-45E4-9509-49DA70818E8E}" srcOrd="0" destOrd="0" presId="urn:microsoft.com/office/officeart/2018/5/layout/IconLeafLabelList"/>
    <dgm:cxn modelId="{11624CAF-C186-4E7A-B622-483B015A8FCB}" type="presParOf" srcId="{AAC44139-3460-4D9C-B0E4-A96B27D62954}" destId="{1285A64A-FAA0-45DD-BECE-79AA9166FD13}" srcOrd="1" destOrd="0" presId="urn:microsoft.com/office/officeart/2018/5/layout/IconLeafLabelList"/>
    <dgm:cxn modelId="{E0603718-D6F9-4504-9743-6B4418A1BFD0}" type="presParOf" srcId="{AAC44139-3460-4D9C-B0E4-A96B27D62954}" destId="{2D8CBD6D-89FA-415B-B434-F2659EAA189E}" srcOrd="2" destOrd="0" presId="urn:microsoft.com/office/officeart/2018/5/layout/IconLeafLabelList"/>
    <dgm:cxn modelId="{2BCF36A4-9334-4E13-8432-2B522A299BB5}" type="presParOf" srcId="{AAC44139-3460-4D9C-B0E4-A96B27D62954}" destId="{5D1FC4F5-83B4-42D4-9F41-1DB22DFFC5F8}" srcOrd="3" destOrd="0" presId="urn:microsoft.com/office/officeart/2018/5/layout/IconLeafLabelList"/>
    <dgm:cxn modelId="{D3601491-121C-41B7-B711-02AE6BCD4AB3}" type="presParOf" srcId="{195349FB-6513-4224-83BB-314C40D63586}" destId="{F9DE89C7-1782-4E8D-AFA8-B48388C41DF0}" srcOrd="1" destOrd="0" presId="urn:microsoft.com/office/officeart/2018/5/layout/IconLeafLabelList"/>
    <dgm:cxn modelId="{6C14F7A7-1F03-4B6D-B6DE-D1BF440F8353}" type="presParOf" srcId="{195349FB-6513-4224-83BB-314C40D63586}" destId="{AA8D2C6A-9469-4823-A9E4-DC3B961ABD5E}" srcOrd="2" destOrd="0" presId="urn:microsoft.com/office/officeart/2018/5/layout/IconLeafLabelList"/>
    <dgm:cxn modelId="{EC3218D9-1CB0-4DF5-A680-569CB2A14DE1}" type="presParOf" srcId="{AA8D2C6A-9469-4823-A9E4-DC3B961ABD5E}" destId="{67956265-DC79-4D5A-9895-A2292FFEA99B}" srcOrd="0" destOrd="0" presId="urn:microsoft.com/office/officeart/2018/5/layout/IconLeafLabelList"/>
    <dgm:cxn modelId="{1C3E1222-338B-40B1-A55C-EFE30AC7E032}" type="presParOf" srcId="{AA8D2C6A-9469-4823-A9E4-DC3B961ABD5E}" destId="{6F549BF1-2EE4-4A52-A085-F493BFC84999}" srcOrd="1" destOrd="0" presId="urn:microsoft.com/office/officeart/2018/5/layout/IconLeafLabelList"/>
    <dgm:cxn modelId="{69ABFE73-ACCC-43D8-B3F2-BAE0E3725FC1}" type="presParOf" srcId="{AA8D2C6A-9469-4823-A9E4-DC3B961ABD5E}" destId="{175FC5CA-3F19-4AA9-B398-310031716184}" srcOrd="2" destOrd="0" presId="urn:microsoft.com/office/officeart/2018/5/layout/IconLeafLabelList"/>
    <dgm:cxn modelId="{97FEF4A9-FFFE-4492-AA2E-DB9A341D0591}" type="presParOf" srcId="{AA8D2C6A-9469-4823-A9E4-DC3B961ABD5E}" destId="{5B013446-3D5C-4D67-A0DA-84D14DEC437F}" srcOrd="3" destOrd="0" presId="urn:microsoft.com/office/officeart/2018/5/layout/IconLeafLabelList"/>
    <dgm:cxn modelId="{8040751A-2BC1-4B08-A472-280E6CDD73F1}" type="presParOf" srcId="{195349FB-6513-4224-83BB-314C40D63586}" destId="{B232E207-D7E4-4135-BE55-A7A8B6F826A4}" srcOrd="3" destOrd="0" presId="urn:microsoft.com/office/officeart/2018/5/layout/IconLeafLabelList"/>
    <dgm:cxn modelId="{96328881-A750-4F28-98B5-903A154741D6}" type="presParOf" srcId="{195349FB-6513-4224-83BB-314C40D63586}" destId="{080B198A-0069-4F57-80DF-B37775938F30}" srcOrd="4" destOrd="0" presId="urn:microsoft.com/office/officeart/2018/5/layout/IconLeafLabelList"/>
    <dgm:cxn modelId="{4C9B4B84-E289-4BD0-B111-DB3BDB528F14}" type="presParOf" srcId="{080B198A-0069-4F57-80DF-B37775938F30}" destId="{55910ECF-EC32-4385-B5D7-79A9308F674B}" srcOrd="0" destOrd="0" presId="urn:microsoft.com/office/officeart/2018/5/layout/IconLeafLabelList"/>
    <dgm:cxn modelId="{01506EE2-9D2A-4383-86D5-7F788F018588}" type="presParOf" srcId="{080B198A-0069-4F57-80DF-B37775938F30}" destId="{5125AE6D-9B91-453C-968B-BE81ED248993}" srcOrd="1" destOrd="0" presId="urn:microsoft.com/office/officeart/2018/5/layout/IconLeafLabelList"/>
    <dgm:cxn modelId="{348376A7-A796-48F1-8CE4-53AE6C0147C6}" type="presParOf" srcId="{080B198A-0069-4F57-80DF-B37775938F30}" destId="{949A63FE-D683-48CF-A5F1-4D1C5D227583}" srcOrd="2" destOrd="0" presId="urn:microsoft.com/office/officeart/2018/5/layout/IconLeafLabelList"/>
    <dgm:cxn modelId="{891787C8-32E6-49B5-A45B-BBF1F3A39F76}" type="presParOf" srcId="{080B198A-0069-4F57-80DF-B37775938F30}" destId="{096B061F-35FA-4546-BA9D-5821158C6D97}" srcOrd="3" destOrd="0" presId="urn:microsoft.com/office/officeart/2018/5/layout/IconLeafLabelList"/>
    <dgm:cxn modelId="{889A23AC-CACD-41DF-A224-745F87B701DE}" type="presParOf" srcId="{195349FB-6513-4224-83BB-314C40D63586}" destId="{E1E99E5D-DB42-4E01-B82E-17DA53D8EFE3}" srcOrd="5" destOrd="0" presId="urn:microsoft.com/office/officeart/2018/5/layout/IconLeafLabelList"/>
    <dgm:cxn modelId="{6E1061F5-D4E6-4ACE-AC65-48E1DF7EC389}" type="presParOf" srcId="{195349FB-6513-4224-83BB-314C40D63586}" destId="{856FA3F6-5ED2-430F-8303-22E48E1F531B}" srcOrd="6" destOrd="0" presId="urn:microsoft.com/office/officeart/2018/5/layout/IconLeafLabelList"/>
    <dgm:cxn modelId="{A1792F4F-72A3-440C-9B4C-D88BE9730440}" type="presParOf" srcId="{856FA3F6-5ED2-430F-8303-22E48E1F531B}" destId="{75FE3363-C0B3-4E60-B5B5-7FA93E6AB001}" srcOrd="0" destOrd="0" presId="urn:microsoft.com/office/officeart/2018/5/layout/IconLeafLabelList"/>
    <dgm:cxn modelId="{D680A192-9B34-4A09-ADA6-FE6367C4D73F}" type="presParOf" srcId="{856FA3F6-5ED2-430F-8303-22E48E1F531B}" destId="{26BAC1DA-4EE9-4DF4-9357-CCEB4D8F6C76}" srcOrd="1" destOrd="0" presId="urn:microsoft.com/office/officeart/2018/5/layout/IconLeafLabelList"/>
    <dgm:cxn modelId="{626258DB-1333-4635-BEA3-965C7425DB98}" type="presParOf" srcId="{856FA3F6-5ED2-430F-8303-22E48E1F531B}" destId="{66E04758-A78C-4C3C-BE4A-258A21F81D9C}" srcOrd="2" destOrd="0" presId="urn:microsoft.com/office/officeart/2018/5/layout/IconLeafLabelList"/>
    <dgm:cxn modelId="{5B0C5B5C-8BB9-4922-B2FE-6201B3853B7B}" type="presParOf" srcId="{856FA3F6-5ED2-430F-8303-22E48E1F531B}" destId="{853B68C1-951B-4C1C-9384-14174F3C36D3}"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4FF02EC-B9AD-4FFC-8B8A-C6B83FDECB54}"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EAEB9282-8E52-4AA2-8532-43CAB084F8BA}">
      <dgm:prSet/>
      <dgm:spPr/>
      <dgm:t>
        <a:bodyPr/>
        <a:lstStyle/>
        <a:p>
          <a:r>
            <a:rPr lang="en-US"/>
            <a:t>ASP.NET Core MVC skills in full-stack development.</a:t>
          </a:r>
        </a:p>
      </dgm:t>
    </dgm:pt>
    <dgm:pt modelId="{A9F2608D-4FA7-460D-949D-0CC22CAE7E21}" type="parTrans" cxnId="{E4B179D9-A9D2-433E-B05E-70B70AEC7B63}">
      <dgm:prSet/>
      <dgm:spPr/>
      <dgm:t>
        <a:bodyPr/>
        <a:lstStyle/>
        <a:p>
          <a:endParaRPr lang="en-US"/>
        </a:p>
      </dgm:t>
    </dgm:pt>
    <dgm:pt modelId="{DEA60244-00C9-4FC8-8B10-380DCE352E62}" type="sibTrans" cxnId="{E4B179D9-A9D2-433E-B05E-70B70AEC7B63}">
      <dgm:prSet/>
      <dgm:spPr/>
      <dgm:t>
        <a:bodyPr/>
        <a:lstStyle/>
        <a:p>
          <a:endParaRPr lang="en-US"/>
        </a:p>
      </dgm:t>
    </dgm:pt>
    <dgm:pt modelId="{BB9F632D-3303-4A8D-9108-3199AA2059D5}">
      <dgm:prSet/>
      <dgm:spPr/>
      <dgm:t>
        <a:bodyPr/>
        <a:lstStyle/>
        <a:p>
          <a:r>
            <a:rPr lang="en-US"/>
            <a:t>EF Core with code‑first database approach.</a:t>
          </a:r>
        </a:p>
      </dgm:t>
    </dgm:pt>
    <dgm:pt modelId="{83AD23D7-EE23-4A5D-BB04-2AC5421E65BC}" type="parTrans" cxnId="{18D1F8DC-7D37-4A7B-BE08-40EB71F4C4BC}">
      <dgm:prSet/>
      <dgm:spPr/>
      <dgm:t>
        <a:bodyPr/>
        <a:lstStyle/>
        <a:p>
          <a:endParaRPr lang="en-US"/>
        </a:p>
      </dgm:t>
    </dgm:pt>
    <dgm:pt modelId="{C520F6FB-A125-409E-A619-48F7E71A734A}" type="sibTrans" cxnId="{18D1F8DC-7D37-4A7B-BE08-40EB71F4C4BC}">
      <dgm:prSet/>
      <dgm:spPr/>
      <dgm:t>
        <a:bodyPr/>
        <a:lstStyle/>
        <a:p>
          <a:endParaRPr lang="en-US"/>
        </a:p>
      </dgm:t>
    </dgm:pt>
    <dgm:pt modelId="{EF364447-FD74-4D8C-80C2-D3D495884EEF}">
      <dgm:prSet/>
      <dgm:spPr/>
      <dgm:t>
        <a:bodyPr/>
        <a:lstStyle/>
        <a:p>
          <a:r>
            <a:rPr lang="en-US"/>
            <a:t>Custom security/session implementation.</a:t>
          </a:r>
        </a:p>
      </dgm:t>
    </dgm:pt>
    <dgm:pt modelId="{581981E0-A1E1-4D49-808A-66BAF71CBA54}" type="parTrans" cxnId="{47F95FA2-4C47-4FF2-B5F5-7CF5BD13DFC5}">
      <dgm:prSet/>
      <dgm:spPr/>
      <dgm:t>
        <a:bodyPr/>
        <a:lstStyle/>
        <a:p>
          <a:endParaRPr lang="en-US"/>
        </a:p>
      </dgm:t>
    </dgm:pt>
    <dgm:pt modelId="{76E991D9-BC72-498C-B0A6-0A1B52DACB08}" type="sibTrans" cxnId="{47F95FA2-4C47-4FF2-B5F5-7CF5BD13DFC5}">
      <dgm:prSet/>
      <dgm:spPr/>
      <dgm:t>
        <a:bodyPr/>
        <a:lstStyle/>
        <a:p>
          <a:endParaRPr lang="en-US"/>
        </a:p>
      </dgm:t>
    </dgm:pt>
    <dgm:pt modelId="{CB5D3882-B464-4648-991A-22AE336615D4}">
      <dgm:prSet/>
      <dgm:spPr/>
      <dgm:t>
        <a:bodyPr/>
        <a:lstStyle/>
        <a:p>
          <a:r>
            <a:rPr lang="en-US"/>
            <a:t>REST API development and documentation.</a:t>
          </a:r>
        </a:p>
      </dgm:t>
    </dgm:pt>
    <dgm:pt modelId="{25496C8E-7254-45B0-863D-C25098AE39C9}" type="parTrans" cxnId="{120B4F71-236A-47C5-AB1F-3C23991B9125}">
      <dgm:prSet/>
      <dgm:spPr/>
      <dgm:t>
        <a:bodyPr/>
        <a:lstStyle/>
        <a:p>
          <a:endParaRPr lang="en-US"/>
        </a:p>
      </dgm:t>
    </dgm:pt>
    <dgm:pt modelId="{D4FE79D3-B1B2-41EE-8C66-314831CABB3D}" type="sibTrans" cxnId="{120B4F71-236A-47C5-AB1F-3C23991B9125}">
      <dgm:prSet/>
      <dgm:spPr/>
      <dgm:t>
        <a:bodyPr/>
        <a:lstStyle/>
        <a:p>
          <a:endParaRPr lang="en-US"/>
        </a:p>
      </dgm:t>
    </dgm:pt>
    <dgm:pt modelId="{B598B6D0-2566-4DAA-A49E-ADE6DA40D24D}">
      <dgm:prSet/>
      <dgm:spPr/>
      <dgm:t>
        <a:bodyPr/>
        <a:lstStyle/>
        <a:p>
          <a:r>
            <a:rPr lang="en-US"/>
            <a:t>AJAX + jQuery dynamic interactions.</a:t>
          </a:r>
        </a:p>
      </dgm:t>
    </dgm:pt>
    <dgm:pt modelId="{6D3CF913-A150-479E-80BD-5A9F1FCB8067}" type="parTrans" cxnId="{12AD2F84-B0AD-4B70-B8B5-7322F47160F6}">
      <dgm:prSet/>
      <dgm:spPr/>
      <dgm:t>
        <a:bodyPr/>
        <a:lstStyle/>
        <a:p>
          <a:endParaRPr lang="en-US"/>
        </a:p>
      </dgm:t>
    </dgm:pt>
    <dgm:pt modelId="{8B673EAE-2483-4ED7-9DBD-4A8781BDCF8C}" type="sibTrans" cxnId="{12AD2F84-B0AD-4B70-B8B5-7322F47160F6}">
      <dgm:prSet/>
      <dgm:spPr/>
      <dgm:t>
        <a:bodyPr/>
        <a:lstStyle/>
        <a:p>
          <a:endParaRPr lang="en-US"/>
        </a:p>
      </dgm:t>
    </dgm:pt>
    <dgm:pt modelId="{056A0068-6345-4823-96A7-B55E7DB15E12}">
      <dgm:prSet/>
      <dgm:spPr/>
      <dgm:t>
        <a:bodyPr/>
        <a:lstStyle/>
        <a:p>
          <a:r>
            <a:rPr lang="en-US"/>
            <a:t>Responsive UI using Bootstrap.</a:t>
          </a:r>
        </a:p>
      </dgm:t>
    </dgm:pt>
    <dgm:pt modelId="{984C1143-1643-4EBD-96E2-80277154A77E}" type="parTrans" cxnId="{37503992-FB26-443A-A3E6-5B6A5DB57C60}">
      <dgm:prSet/>
      <dgm:spPr/>
      <dgm:t>
        <a:bodyPr/>
        <a:lstStyle/>
        <a:p>
          <a:endParaRPr lang="en-US"/>
        </a:p>
      </dgm:t>
    </dgm:pt>
    <dgm:pt modelId="{5B6DE11E-EEA1-4E61-A0C1-345A3C82838E}" type="sibTrans" cxnId="{37503992-FB26-443A-A3E6-5B6A5DB57C60}">
      <dgm:prSet/>
      <dgm:spPr/>
      <dgm:t>
        <a:bodyPr/>
        <a:lstStyle/>
        <a:p>
          <a:endParaRPr lang="en-US"/>
        </a:p>
      </dgm:t>
    </dgm:pt>
    <dgm:pt modelId="{3119A4A1-1B62-4FA2-A754-21A458D9D05E}" type="pres">
      <dgm:prSet presAssocID="{24FF02EC-B9AD-4FFC-8B8A-C6B83FDECB54}" presName="root" presStyleCnt="0">
        <dgm:presLayoutVars>
          <dgm:dir/>
          <dgm:resizeHandles val="exact"/>
        </dgm:presLayoutVars>
      </dgm:prSet>
      <dgm:spPr/>
    </dgm:pt>
    <dgm:pt modelId="{FFB3A55D-A9FC-4C0F-A81F-E1E8EFF980D5}" type="pres">
      <dgm:prSet presAssocID="{EAEB9282-8E52-4AA2-8532-43CAB084F8BA}" presName="compNode" presStyleCnt="0"/>
      <dgm:spPr/>
    </dgm:pt>
    <dgm:pt modelId="{F9403479-586B-46F0-8121-BBD0B0598A4C}" type="pres">
      <dgm:prSet presAssocID="{EAEB9282-8E52-4AA2-8532-43CAB084F8BA}"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ptain"/>
        </a:ext>
      </dgm:extLst>
    </dgm:pt>
    <dgm:pt modelId="{6FECCE53-6FAD-4429-B034-347E611B6CC1}" type="pres">
      <dgm:prSet presAssocID="{EAEB9282-8E52-4AA2-8532-43CAB084F8BA}" presName="spaceRect" presStyleCnt="0"/>
      <dgm:spPr/>
    </dgm:pt>
    <dgm:pt modelId="{1171C071-964E-419D-95D8-052A03D81EB8}" type="pres">
      <dgm:prSet presAssocID="{EAEB9282-8E52-4AA2-8532-43CAB084F8BA}" presName="textRect" presStyleLbl="revTx" presStyleIdx="0" presStyleCnt="6">
        <dgm:presLayoutVars>
          <dgm:chMax val="1"/>
          <dgm:chPref val="1"/>
        </dgm:presLayoutVars>
      </dgm:prSet>
      <dgm:spPr/>
    </dgm:pt>
    <dgm:pt modelId="{B4621243-7626-4C32-BA78-733CDA49AE34}" type="pres">
      <dgm:prSet presAssocID="{DEA60244-00C9-4FC8-8B10-380DCE352E62}" presName="sibTrans" presStyleCnt="0"/>
      <dgm:spPr/>
    </dgm:pt>
    <dgm:pt modelId="{95B3373B-A909-41B4-A3D0-2DE777DFD933}" type="pres">
      <dgm:prSet presAssocID="{BB9F632D-3303-4A8D-9108-3199AA2059D5}" presName="compNode" presStyleCnt="0"/>
      <dgm:spPr/>
    </dgm:pt>
    <dgm:pt modelId="{082A1D53-883A-4883-B6BA-EB095C2E520B}" type="pres">
      <dgm:prSet presAssocID="{BB9F632D-3303-4A8D-9108-3199AA2059D5}"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ACE3FA3B-C7E7-46EF-A027-2E60B100066F}" type="pres">
      <dgm:prSet presAssocID="{BB9F632D-3303-4A8D-9108-3199AA2059D5}" presName="spaceRect" presStyleCnt="0"/>
      <dgm:spPr/>
    </dgm:pt>
    <dgm:pt modelId="{8CCA02EE-2927-4F27-A7A6-3BF6A5978107}" type="pres">
      <dgm:prSet presAssocID="{BB9F632D-3303-4A8D-9108-3199AA2059D5}" presName="textRect" presStyleLbl="revTx" presStyleIdx="1" presStyleCnt="6">
        <dgm:presLayoutVars>
          <dgm:chMax val="1"/>
          <dgm:chPref val="1"/>
        </dgm:presLayoutVars>
      </dgm:prSet>
      <dgm:spPr/>
    </dgm:pt>
    <dgm:pt modelId="{84D4427E-8B19-419F-ADD0-39340DBF2C79}" type="pres">
      <dgm:prSet presAssocID="{C520F6FB-A125-409E-A619-48F7E71A734A}" presName="sibTrans" presStyleCnt="0"/>
      <dgm:spPr/>
    </dgm:pt>
    <dgm:pt modelId="{91D1FCEE-333B-42C2-9FE6-E503257C4B54}" type="pres">
      <dgm:prSet presAssocID="{EF364447-FD74-4D8C-80C2-D3D495884EEF}" presName="compNode" presStyleCnt="0"/>
      <dgm:spPr/>
    </dgm:pt>
    <dgm:pt modelId="{3A233397-8412-4D90-B057-633CAB8DA8D9}" type="pres">
      <dgm:prSet presAssocID="{EF364447-FD74-4D8C-80C2-D3D495884EEF}"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7AB425B3-35F1-4A15-859D-0B0DF691D76A}" type="pres">
      <dgm:prSet presAssocID="{EF364447-FD74-4D8C-80C2-D3D495884EEF}" presName="spaceRect" presStyleCnt="0"/>
      <dgm:spPr/>
    </dgm:pt>
    <dgm:pt modelId="{D3940F2A-F106-4D6A-B6A3-BB33031C072A}" type="pres">
      <dgm:prSet presAssocID="{EF364447-FD74-4D8C-80C2-D3D495884EEF}" presName="textRect" presStyleLbl="revTx" presStyleIdx="2" presStyleCnt="6">
        <dgm:presLayoutVars>
          <dgm:chMax val="1"/>
          <dgm:chPref val="1"/>
        </dgm:presLayoutVars>
      </dgm:prSet>
      <dgm:spPr/>
    </dgm:pt>
    <dgm:pt modelId="{CBC16CBB-CD3F-43F0-9723-356EEA7AD22A}" type="pres">
      <dgm:prSet presAssocID="{76E991D9-BC72-498C-B0A6-0A1B52DACB08}" presName="sibTrans" presStyleCnt="0"/>
      <dgm:spPr/>
    </dgm:pt>
    <dgm:pt modelId="{38F88D4C-495C-44C9-8961-6AEC4C965232}" type="pres">
      <dgm:prSet presAssocID="{CB5D3882-B464-4648-991A-22AE336615D4}" presName="compNode" presStyleCnt="0"/>
      <dgm:spPr/>
    </dgm:pt>
    <dgm:pt modelId="{0BAB09A5-741E-4F03-8551-21BC2C893A53}" type="pres">
      <dgm:prSet presAssocID="{CB5D3882-B464-4648-991A-22AE336615D4}"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ears"/>
        </a:ext>
      </dgm:extLst>
    </dgm:pt>
    <dgm:pt modelId="{C4121862-4E61-4BD9-9992-F7D958380DAF}" type="pres">
      <dgm:prSet presAssocID="{CB5D3882-B464-4648-991A-22AE336615D4}" presName="spaceRect" presStyleCnt="0"/>
      <dgm:spPr/>
    </dgm:pt>
    <dgm:pt modelId="{D76AAE7E-65B5-432F-A15C-EF5A124B0EB4}" type="pres">
      <dgm:prSet presAssocID="{CB5D3882-B464-4648-991A-22AE336615D4}" presName="textRect" presStyleLbl="revTx" presStyleIdx="3" presStyleCnt="6">
        <dgm:presLayoutVars>
          <dgm:chMax val="1"/>
          <dgm:chPref val="1"/>
        </dgm:presLayoutVars>
      </dgm:prSet>
      <dgm:spPr/>
    </dgm:pt>
    <dgm:pt modelId="{9EB30122-96F1-43AB-8BF5-E440DABC8BD4}" type="pres">
      <dgm:prSet presAssocID="{D4FE79D3-B1B2-41EE-8C66-314831CABB3D}" presName="sibTrans" presStyleCnt="0"/>
      <dgm:spPr/>
    </dgm:pt>
    <dgm:pt modelId="{8D8E97FF-848D-4505-85D8-A6F7BDB95C05}" type="pres">
      <dgm:prSet presAssocID="{B598B6D0-2566-4DAA-A49E-ADE6DA40D24D}" presName="compNode" presStyleCnt="0"/>
      <dgm:spPr/>
    </dgm:pt>
    <dgm:pt modelId="{4B3D5749-F19B-4A00-BC5C-19BF5497FF84}" type="pres">
      <dgm:prSet presAssocID="{B598B6D0-2566-4DAA-A49E-ADE6DA40D24D}"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ser"/>
        </a:ext>
      </dgm:extLst>
    </dgm:pt>
    <dgm:pt modelId="{24C32DCA-6230-44DB-8D13-5FFCF0D650BA}" type="pres">
      <dgm:prSet presAssocID="{B598B6D0-2566-4DAA-A49E-ADE6DA40D24D}" presName="spaceRect" presStyleCnt="0"/>
      <dgm:spPr/>
    </dgm:pt>
    <dgm:pt modelId="{43918ADD-F547-484C-98DD-0227267EC2C8}" type="pres">
      <dgm:prSet presAssocID="{B598B6D0-2566-4DAA-A49E-ADE6DA40D24D}" presName="textRect" presStyleLbl="revTx" presStyleIdx="4" presStyleCnt="6">
        <dgm:presLayoutVars>
          <dgm:chMax val="1"/>
          <dgm:chPref val="1"/>
        </dgm:presLayoutVars>
      </dgm:prSet>
      <dgm:spPr/>
    </dgm:pt>
    <dgm:pt modelId="{386FF47D-CD1C-42EC-8E4B-287D0B837E40}" type="pres">
      <dgm:prSet presAssocID="{8B673EAE-2483-4ED7-9DBD-4A8781BDCF8C}" presName="sibTrans" presStyleCnt="0"/>
      <dgm:spPr/>
    </dgm:pt>
    <dgm:pt modelId="{EEF3B7F5-2C3B-43EF-A9E1-17CC47BE7AB5}" type="pres">
      <dgm:prSet presAssocID="{056A0068-6345-4823-96A7-B55E7DB15E12}" presName="compNode" presStyleCnt="0"/>
      <dgm:spPr/>
    </dgm:pt>
    <dgm:pt modelId="{3F4701B4-A137-4588-BE08-5C5634404CB7}" type="pres">
      <dgm:prSet presAssocID="{056A0068-6345-4823-96A7-B55E7DB15E12}"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Web Design"/>
        </a:ext>
      </dgm:extLst>
    </dgm:pt>
    <dgm:pt modelId="{B6682E57-9469-4D3C-89D4-155DCA79D3BB}" type="pres">
      <dgm:prSet presAssocID="{056A0068-6345-4823-96A7-B55E7DB15E12}" presName="spaceRect" presStyleCnt="0"/>
      <dgm:spPr/>
    </dgm:pt>
    <dgm:pt modelId="{3E30A9FC-CDCB-456D-8871-8C3CDB8FE642}" type="pres">
      <dgm:prSet presAssocID="{056A0068-6345-4823-96A7-B55E7DB15E12}" presName="textRect" presStyleLbl="revTx" presStyleIdx="5" presStyleCnt="6">
        <dgm:presLayoutVars>
          <dgm:chMax val="1"/>
          <dgm:chPref val="1"/>
        </dgm:presLayoutVars>
      </dgm:prSet>
      <dgm:spPr/>
    </dgm:pt>
  </dgm:ptLst>
  <dgm:cxnLst>
    <dgm:cxn modelId="{EABA051C-EB31-4284-83FC-7AE9FB88A0F2}" type="presOf" srcId="{CB5D3882-B464-4648-991A-22AE336615D4}" destId="{D76AAE7E-65B5-432F-A15C-EF5A124B0EB4}" srcOrd="0" destOrd="0" presId="urn:microsoft.com/office/officeart/2018/2/layout/IconLabelList"/>
    <dgm:cxn modelId="{8E266C1D-3538-44E9-8F1B-D29A59781293}" type="presOf" srcId="{BB9F632D-3303-4A8D-9108-3199AA2059D5}" destId="{8CCA02EE-2927-4F27-A7A6-3BF6A5978107}" srcOrd="0" destOrd="0" presId="urn:microsoft.com/office/officeart/2018/2/layout/IconLabelList"/>
    <dgm:cxn modelId="{CCC1F95D-5C5A-4062-A7E8-9B8CCA46457B}" type="presOf" srcId="{EAEB9282-8E52-4AA2-8532-43CAB084F8BA}" destId="{1171C071-964E-419D-95D8-052A03D81EB8}" srcOrd="0" destOrd="0" presId="urn:microsoft.com/office/officeart/2018/2/layout/IconLabelList"/>
    <dgm:cxn modelId="{120B4F71-236A-47C5-AB1F-3C23991B9125}" srcId="{24FF02EC-B9AD-4FFC-8B8A-C6B83FDECB54}" destId="{CB5D3882-B464-4648-991A-22AE336615D4}" srcOrd="3" destOrd="0" parTransId="{25496C8E-7254-45B0-863D-C25098AE39C9}" sibTransId="{D4FE79D3-B1B2-41EE-8C66-314831CABB3D}"/>
    <dgm:cxn modelId="{71024C72-D9CF-4363-BFB7-4FE720EF75EC}" type="presOf" srcId="{24FF02EC-B9AD-4FFC-8B8A-C6B83FDECB54}" destId="{3119A4A1-1B62-4FA2-A754-21A458D9D05E}" srcOrd="0" destOrd="0" presId="urn:microsoft.com/office/officeart/2018/2/layout/IconLabelList"/>
    <dgm:cxn modelId="{4A4BB376-3F88-411C-B29C-B99AB84A398D}" type="presOf" srcId="{EF364447-FD74-4D8C-80C2-D3D495884EEF}" destId="{D3940F2A-F106-4D6A-B6A3-BB33031C072A}" srcOrd="0" destOrd="0" presId="urn:microsoft.com/office/officeart/2018/2/layout/IconLabelList"/>
    <dgm:cxn modelId="{363BD87F-3F19-4064-B5FA-0D037846016B}" type="presOf" srcId="{056A0068-6345-4823-96A7-B55E7DB15E12}" destId="{3E30A9FC-CDCB-456D-8871-8C3CDB8FE642}" srcOrd="0" destOrd="0" presId="urn:microsoft.com/office/officeart/2018/2/layout/IconLabelList"/>
    <dgm:cxn modelId="{12AD2F84-B0AD-4B70-B8B5-7322F47160F6}" srcId="{24FF02EC-B9AD-4FFC-8B8A-C6B83FDECB54}" destId="{B598B6D0-2566-4DAA-A49E-ADE6DA40D24D}" srcOrd="4" destOrd="0" parTransId="{6D3CF913-A150-479E-80BD-5A9F1FCB8067}" sibTransId="{8B673EAE-2483-4ED7-9DBD-4A8781BDCF8C}"/>
    <dgm:cxn modelId="{E780C28F-1FC4-4420-A1B8-BE74D66BBFD2}" type="presOf" srcId="{B598B6D0-2566-4DAA-A49E-ADE6DA40D24D}" destId="{43918ADD-F547-484C-98DD-0227267EC2C8}" srcOrd="0" destOrd="0" presId="urn:microsoft.com/office/officeart/2018/2/layout/IconLabelList"/>
    <dgm:cxn modelId="{37503992-FB26-443A-A3E6-5B6A5DB57C60}" srcId="{24FF02EC-B9AD-4FFC-8B8A-C6B83FDECB54}" destId="{056A0068-6345-4823-96A7-B55E7DB15E12}" srcOrd="5" destOrd="0" parTransId="{984C1143-1643-4EBD-96E2-80277154A77E}" sibTransId="{5B6DE11E-EEA1-4E61-A0C1-345A3C82838E}"/>
    <dgm:cxn modelId="{47F95FA2-4C47-4FF2-B5F5-7CF5BD13DFC5}" srcId="{24FF02EC-B9AD-4FFC-8B8A-C6B83FDECB54}" destId="{EF364447-FD74-4D8C-80C2-D3D495884EEF}" srcOrd="2" destOrd="0" parTransId="{581981E0-A1E1-4D49-808A-66BAF71CBA54}" sibTransId="{76E991D9-BC72-498C-B0A6-0A1B52DACB08}"/>
    <dgm:cxn modelId="{E4B179D9-A9D2-433E-B05E-70B70AEC7B63}" srcId="{24FF02EC-B9AD-4FFC-8B8A-C6B83FDECB54}" destId="{EAEB9282-8E52-4AA2-8532-43CAB084F8BA}" srcOrd="0" destOrd="0" parTransId="{A9F2608D-4FA7-460D-949D-0CC22CAE7E21}" sibTransId="{DEA60244-00C9-4FC8-8B10-380DCE352E62}"/>
    <dgm:cxn modelId="{18D1F8DC-7D37-4A7B-BE08-40EB71F4C4BC}" srcId="{24FF02EC-B9AD-4FFC-8B8A-C6B83FDECB54}" destId="{BB9F632D-3303-4A8D-9108-3199AA2059D5}" srcOrd="1" destOrd="0" parTransId="{83AD23D7-EE23-4A5D-BB04-2AC5421E65BC}" sibTransId="{C520F6FB-A125-409E-A619-48F7E71A734A}"/>
    <dgm:cxn modelId="{914F6AFB-170E-4BC9-9614-2DB6A5D8BC02}" type="presParOf" srcId="{3119A4A1-1B62-4FA2-A754-21A458D9D05E}" destId="{FFB3A55D-A9FC-4C0F-A81F-E1E8EFF980D5}" srcOrd="0" destOrd="0" presId="urn:microsoft.com/office/officeart/2018/2/layout/IconLabelList"/>
    <dgm:cxn modelId="{294D1A44-6B25-404F-8DDD-1C3D4DF052B1}" type="presParOf" srcId="{FFB3A55D-A9FC-4C0F-A81F-E1E8EFF980D5}" destId="{F9403479-586B-46F0-8121-BBD0B0598A4C}" srcOrd="0" destOrd="0" presId="urn:microsoft.com/office/officeart/2018/2/layout/IconLabelList"/>
    <dgm:cxn modelId="{2B701C13-4BCA-4108-80DC-405AFBBB346B}" type="presParOf" srcId="{FFB3A55D-A9FC-4C0F-A81F-E1E8EFF980D5}" destId="{6FECCE53-6FAD-4429-B034-347E611B6CC1}" srcOrd="1" destOrd="0" presId="urn:microsoft.com/office/officeart/2018/2/layout/IconLabelList"/>
    <dgm:cxn modelId="{4274CAD1-A164-4D13-A379-58B6D23CE8FB}" type="presParOf" srcId="{FFB3A55D-A9FC-4C0F-A81F-E1E8EFF980D5}" destId="{1171C071-964E-419D-95D8-052A03D81EB8}" srcOrd="2" destOrd="0" presId="urn:microsoft.com/office/officeart/2018/2/layout/IconLabelList"/>
    <dgm:cxn modelId="{56B4A522-F9CE-4944-BFCB-D1598E0558C2}" type="presParOf" srcId="{3119A4A1-1B62-4FA2-A754-21A458D9D05E}" destId="{B4621243-7626-4C32-BA78-733CDA49AE34}" srcOrd="1" destOrd="0" presId="urn:microsoft.com/office/officeart/2018/2/layout/IconLabelList"/>
    <dgm:cxn modelId="{313B2379-4827-43EB-A2F9-A515BB55C86F}" type="presParOf" srcId="{3119A4A1-1B62-4FA2-A754-21A458D9D05E}" destId="{95B3373B-A909-41B4-A3D0-2DE777DFD933}" srcOrd="2" destOrd="0" presId="urn:microsoft.com/office/officeart/2018/2/layout/IconLabelList"/>
    <dgm:cxn modelId="{6AC5084A-D56B-4FBA-AC3F-EC497DC89B3E}" type="presParOf" srcId="{95B3373B-A909-41B4-A3D0-2DE777DFD933}" destId="{082A1D53-883A-4883-B6BA-EB095C2E520B}" srcOrd="0" destOrd="0" presId="urn:microsoft.com/office/officeart/2018/2/layout/IconLabelList"/>
    <dgm:cxn modelId="{7173B9E4-D0C3-41E8-BC58-692B072DEC1E}" type="presParOf" srcId="{95B3373B-A909-41B4-A3D0-2DE777DFD933}" destId="{ACE3FA3B-C7E7-46EF-A027-2E60B100066F}" srcOrd="1" destOrd="0" presId="urn:microsoft.com/office/officeart/2018/2/layout/IconLabelList"/>
    <dgm:cxn modelId="{D56C2304-E54A-46B4-8871-8BCC7ACBDD9B}" type="presParOf" srcId="{95B3373B-A909-41B4-A3D0-2DE777DFD933}" destId="{8CCA02EE-2927-4F27-A7A6-3BF6A5978107}" srcOrd="2" destOrd="0" presId="urn:microsoft.com/office/officeart/2018/2/layout/IconLabelList"/>
    <dgm:cxn modelId="{FCAA96F2-EF33-4769-BBDB-712458C03578}" type="presParOf" srcId="{3119A4A1-1B62-4FA2-A754-21A458D9D05E}" destId="{84D4427E-8B19-419F-ADD0-39340DBF2C79}" srcOrd="3" destOrd="0" presId="urn:microsoft.com/office/officeart/2018/2/layout/IconLabelList"/>
    <dgm:cxn modelId="{4A603720-4671-49F8-AF5E-C262FA51920B}" type="presParOf" srcId="{3119A4A1-1B62-4FA2-A754-21A458D9D05E}" destId="{91D1FCEE-333B-42C2-9FE6-E503257C4B54}" srcOrd="4" destOrd="0" presId="urn:microsoft.com/office/officeart/2018/2/layout/IconLabelList"/>
    <dgm:cxn modelId="{5F72D82E-0983-4C24-A31E-2A5AD0542A52}" type="presParOf" srcId="{91D1FCEE-333B-42C2-9FE6-E503257C4B54}" destId="{3A233397-8412-4D90-B057-633CAB8DA8D9}" srcOrd="0" destOrd="0" presId="urn:microsoft.com/office/officeart/2018/2/layout/IconLabelList"/>
    <dgm:cxn modelId="{896F4536-7286-4404-8D73-745A9CAD8CE4}" type="presParOf" srcId="{91D1FCEE-333B-42C2-9FE6-E503257C4B54}" destId="{7AB425B3-35F1-4A15-859D-0B0DF691D76A}" srcOrd="1" destOrd="0" presId="urn:microsoft.com/office/officeart/2018/2/layout/IconLabelList"/>
    <dgm:cxn modelId="{440B2BFC-6F0A-48D2-99D0-D114C60AE6D8}" type="presParOf" srcId="{91D1FCEE-333B-42C2-9FE6-E503257C4B54}" destId="{D3940F2A-F106-4D6A-B6A3-BB33031C072A}" srcOrd="2" destOrd="0" presId="urn:microsoft.com/office/officeart/2018/2/layout/IconLabelList"/>
    <dgm:cxn modelId="{9CAD4047-C564-472A-88BA-2E346C4B675B}" type="presParOf" srcId="{3119A4A1-1B62-4FA2-A754-21A458D9D05E}" destId="{CBC16CBB-CD3F-43F0-9723-356EEA7AD22A}" srcOrd="5" destOrd="0" presId="urn:microsoft.com/office/officeart/2018/2/layout/IconLabelList"/>
    <dgm:cxn modelId="{911B0D88-5CC9-463F-97CF-11BF057B1C92}" type="presParOf" srcId="{3119A4A1-1B62-4FA2-A754-21A458D9D05E}" destId="{38F88D4C-495C-44C9-8961-6AEC4C965232}" srcOrd="6" destOrd="0" presId="urn:microsoft.com/office/officeart/2018/2/layout/IconLabelList"/>
    <dgm:cxn modelId="{E4721D2F-0217-4253-9323-32265DCBE162}" type="presParOf" srcId="{38F88D4C-495C-44C9-8961-6AEC4C965232}" destId="{0BAB09A5-741E-4F03-8551-21BC2C893A53}" srcOrd="0" destOrd="0" presId="urn:microsoft.com/office/officeart/2018/2/layout/IconLabelList"/>
    <dgm:cxn modelId="{5BD8CB52-82A8-4585-9A71-6C2EE30E1629}" type="presParOf" srcId="{38F88D4C-495C-44C9-8961-6AEC4C965232}" destId="{C4121862-4E61-4BD9-9992-F7D958380DAF}" srcOrd="1" destOrd="0" presId="urn:microsoft.com/office/officeart/2018/2/layout/IconLabelList"/>
    <dgm:cxn modelId="{D8931F0D-A9B8-4D9A-BD17-A857039ADBC3}" type="presParOf" srcId="{38F88D4C-495C-44C9-8961-6AEC4C965232}" destId="{D76AAE7E-65B5-432F-A15C-EF5A124B0EB4}" srcOrd="2" destOrd="0" presId="urn:microsoft.com/office/officeart/2018/2/layout/IconLabelList"/>
    <dgm:cxn modelId="{7767F279-AEDC-4322-A809-FBECC445DA7E}" type="presParOf" srcId="{3119A4A1-1B62-4FA2-A754-21A458D9D05E}" destId="{9EB30122-96F1-43AB-8BF5-E440DABC8BD4}" srcOrd="7" destOrd="0" presId="urn:microsoft.com/office/officeart/2018/2/layout/IconLabelList"/>
    <dgm:cxn modelId="{1C3295B3-6EE0-49AE-8C3B-DE1E9D5FBA58}" type="presParOf" srcId="{3119A4A1-1B62-4FA2-A754-21A458D9D05E}" destId="{8D8E97FF-848D-4505-85D8-A6F7BDB95C05}" srcOrd="8" destOrd="0" presId="urn:microsoft.com/office/officeart/2018/2/layout/IconLabelList"/>
    <dgm:cxn modelId="{7DC0E7B3-436D-40D8-AF29-F5E74AC97DEB}" type="presParOf" srcId="{8D8E97FF-848D-4505-85D8-A6F7BDB95C05}" destId="{4B3D5749-F19B-4A00-BC5C-19BF5497FF84}" srcOrd="0" destOrd="0" presId="urn:microsoft.com/office/officeart/2018/2/layout/IconLabelList"/>
    <dgm:cxn modelId="{E0C857E4-95D8-4A42-B315-05D0A782171B}" type="presParOf" srcId="{8D8E97FF-848D-4505-85D8-A6F7BDB95C05}" destId="{24C32DCA-6230-44DB-8D13-5FFCF0D650BA}" srcOrd="1" destOrd="0" presId="urn:microsoft.com/office/officeart/2018/2/layout/IconLabelList"/>
    <dgm:cxn modelId="{35585E6B-0759-4C88-BCEA-FA9E4FFC6C1A}" type="presParOf" srcId="{8D8E97FF-848D-4505-85D8-A6F7BDB95C05}" destId="{43918ADD-F547-484C-98DD-0227267EC2C8}" srcOrd="2" destOrd="0" presId="urn:microsoft.com/office/officeart/2018/2/layout/IconLabelList"/>
    <dgm:cxn modelId="{8F97D120-F9B5-4091-88F5-81C9E951F0D5}" type="presParOf" srcId="{3119A4A1-1B62-4FA2-A754-21A458D9D05E}" destId="{386FF47D-CD1C-42EC-8E4B-287D0B837E40}" srcOrd="9" destOrd="0" presId="urn:microsoft.com/office/officeart/2018/2/layout/IconLabelList"/>
    <dgm:cxn modelId="{E85F1D27-D1DE-44BD-89B6-D3658B89AB08}" type="presParOf" srcId="{3119A4A1-1B62-4FA2-A754-21A458D9D05E}" destId="{EEF3B7F5-2C3B-43EF-A9E1-17CC47BE7AB5}" srcOrd="10" destOrd="0" presId="urn:microsoft.com/office/officeart/2018/2/layout/IconLabelList"/>
    <dgm:cxn modelId="{CF495DBC-5A2B-4F10-99C0-993175AE443D}" type="presParOf" srcId="{EEF3B7F5-2C3B-43EF-A9E1-17CC47BE7AB5}" destId="{3F4701B4-A137-4588-BE08-5C5634404CB7}" srcOrd="0" destOrd="0" presId="urn:microsoft.com/office/officeart/2018/2/layout/IconLabelList"/>
    <dgm:cxn modelId="{95D4130F-D0F8-4039-967F-5A7E4EABC20D}" type="presParOf" srcId="{EEF3B7F5-2C3B-43EF-A9E1-17CC47BE7AB5}" destId="{B6682E57-9469-4D3C-89D4-155DCA79D3BB}" srcOrd="1" destOrd="0" presId="urn:microsoft.com/office/officeart/2018/2/layout/IconLabelList"/>
    <dgm:cxn modelId="{A8A15622-3614-4188-826B-8C912E664141}" type="presParOf" srcId="{EEF3B7F5-2C3B-43EF-A9E1-17CC47BE7AB5}" destId="{3E30A9FC-CDCB-456D-8871-8C3CDB8FE64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76470C8-2937-42C7-90F9-3B7C2B6D4867}"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5D129A7-0143-4E68-A45B-5FB7FF0FDFE4}">
      <dgm:prSet/>
      <dgm:spPr/>
      <dgm:t>
        <a:bodyPr/>
        <a:lstStyle/>
        <a:p>
          <a:pPr>
            <a:defRPr cap="all"/>
          </a:pPr>
          <a:r>
            <a:rPr lang="en-US"/>
            <a:t>Up to 80% faster claim processing.</a:t>
          </a:r>
        </a:p>
      </dgm:t>
    </dgm:pt>
    <dgm:pt modelId="{C328E200-633D-4F26-9528-9CFBBE938533}" type="parTrans" cxnId="{F1F219A0-D9EF-4E76-BF38-DFECDA47EC7B}">
      <dgm:prSet/>
      <dgm:spPr/>
      <dgm:t>
        <a:bodyPr/>
        <a:lstStyle/>
        <a:p>
          <a:endParaRPr lang="en-US"/>
        </a:p>
      </dgm:t>
    </dgm:pt>
    <dgm:pt modelId="{0DE7B799-0543-40D7-A3DA-14A93F4598A1}" type="sibTrans" cxnId="{F1F219A0-D9EF-4E76-BF38-DFECDA47EC7B}">
      <dgm:prSet/>
      <dgm:spPr/>
      <dgm:t>
        <a:bodyPr/>
        <a:lstStyle/>
        <a:p>
          <a:endParaRPr lang="en-US"/>
        </a:p>
      </dgm:t>
    </dgm:pt>
    <dgm:pt modelId="{060BBB18-815C-4DB0-A10A-7ECF4CEDBD62}">
      <dgm:prSet/>
      <dgm:spPr/>
      <dgm:t>
        <a:bodyPr/>
        <a:lstStyle/>
        <a:p>
          <a:pPr>
            <a:defRPr cap="all"/>
          </a:pPr>
          <a:r>
            <a:rPr lang="en-US"/>
            <a:t>Automation reduces manual errors.</a:t>
          </a:r>
        </a:p>
      </dgm:t>
    </dgm:pt>
    <dgm:pt modelId="{D2EC81AD-8FD3-40F7-9512-E637BABB18C7}" type="parTrans" cxnId="{3966B39E-883C-4A16-8364-ADCD59B17BCB}">
      <dgm:prSet/>
      <dgm:spPr/>
      <dgm:t>
        <a:bodyPr/>
        <a:lstStyle/>
        <a:p>
          <a:endParaRPr lang="en-US"/>
        </a:p>
      </dgm:t>
    </dgm:pt>
    <dgm:pt modelId="{18AB38BB-24BF-4FD1-A8B5-AB648B18B9C8}" type="sibTrans" cxnId="{3966B39E-883C-4A16-8364-ADCD59B17BCB}">
      <dgm:prSet/>
      <dgm:spPr/>
      <dgm:t>
        <a:bodyPr/>
        <a:lstStyle/>
        <a:p>
          <a:endParaRPr lang="en-US"/>
        </a:p>
      </dgm:t>
    </dgm:pt>
    <dgm:pt modelId="{D6F96E40-4AD1-4408-9BA2-22CF910EC35D}">
      <dgm:prSet/>
      <dgm:spPr/>
      <dgm:t>
        <a:bodyPr/>
        <a:lstStyle/>
        <a:p>
          <a:pPr>
            <a:defRPr cap="all"/>
          </a:pPr>
          <a:r>
            <a:rPr lang="en-US"/>
            <a:t>Full audit trail for transparency.</a:t>
          </a:r>
        </a:p>
      </dgm:t>
    </dgm:pt>
    <dgm:pt modelId="{3DA2EED4-F8FE-490F-B085-AC9F402655E0}" type="parTrans" cxnId="{AC76A86C-B109-48A9-85FB-953E613BA18E}">
      <dgm:prSet/>
      <dgm:spPr/>
      <dgm:t>
        <a:bodyPr/>
        <a:lstStyle/>
        <a:p>
          <a:endParaRPr lang="en-US"/>
        </a:p>
      </dgm:t>
    </dgm:pt>
    <dgm:pt modelId="{80644408-E90F-4DC0-8593-A35F66DAA619}" type="sibTrans" cxnId="{AC76A86C-B109-48A9-85FB-953E613BA18E}">
      <dgm:prSet/>
      <dgm:spPr/>
      <dgm:t>
        <a:bodyPr/>
        <a:lstStyle/>
        <a:p>
          <a:endParaRPr lang="en-US"/>
        </a:p>
      </dgm:t>
    </dgm:pt>
    <dgm:pt modelId="{AADA3289-9383-4BBF-B59D-89CF63A28576}">
      <dgm:prSet/>
      <dgm:spPr/>
      <dgm:t>
        <a:bodyPr/>
        <a:lstStyle/>
        <a:p>
          <a:pPr>
            <a:defRPr cap="all"/>
          </a:pPr>
          <a:r>
            <a:rPr lang="en-US"/>
            <a:t>Role‑based access improves data privacy.</a:t>
          </a:r>
        </a:p>
      </dgm:t>
    </dgm:pt>
    <dgm:pt modelId="{E0142CD1-F498-4592-A5FE-F2E18A005A6E}" type="parTrans" cxnId="{800A28E3-3989-40EF-B6C4-610ED29594CD}">
      <dgm:prSet/>
      <dgm:spPr/>
      <dgm:t>
        <a:bodyPr/>
        <a:lstStyle/>
        <a:p>
          <a:endParaRPr lang="en-US"/>
        </a:p>
      </dgm:t>
    </dgm:pt>
    <dgm:pt modelId="{F42F4812-469A-4E0E-8C9B-412094BB9D0E}" type="sibTrans" cxnId="{800A28E3-3989-40EF-B6C4-610ED29594CD}">
      <dgm:prSet/>
      <dgm:spPr/>
      <dgm:t>
        <a:bodyPr/>
        <a:lstStyle/>
        <a:p>
          <a:endParaRPr lang="en-US"/>
        </a:p>
      </dgm:t>
    </dgm:pt>
    <dgm:pt modelId="{B35B206A-1D9E-4BDE-86AD-4F9979C8F7B3}">
      <dgm:prSet/>
      <dgm:spPr/>
      <dgm:t>
        <a:bodyPr/>
        <a:lstStyle/>
        <a:p>
          <a:pPr>
            <a:defRPr cap="all"/>
          </a:pPr>
          <a:r>
            <a:rPr lang="en-US"/>
            <a:t>System scales for large user bases.</a:t>
          </a:r>
        </a:p>
      </dgm:t>
    </dgm:pt>
    <dgm:pt modelId="{F338A34B-A2A9-45FC-8B25-2C42FEC1F0A9}" type="parTrans" cxnId="{1C82EBB5-7AB6-4652-81A6-8305A3298056}">
      <dgm:prSet/>
      <dgm:spPr/>
      <dgm:t>
        <a:bodyPr/>
        <a:lstStyle/>
        <a:p>
          <a:endParaRPr lang="en-US"/>
        </a:p>
      </dgm:t>
    </dgm:pt>
    <dgm:pt modelId="{8AB475EA-C3A3-428F-ABC0-32700C10244B}" type="sibTrans" cxnId="{1C82EBB5-7AB6-4652-81A6-8305A3298056}">
      <dgm:prSet/>
      <dgm:spPr/>
      <dgm:t>
        <a:bodyPr/>
        <a:lstStyle/>
        <a:p>
          <a:endParaRPr lang="en-US"/>
        </a:p>
      </dgm:t>
    </dgm:pt>
    <dgm:pt modelId="{849A8474-10AF-463B-9B5E-172F7CD44EC1}" type="pres">
      <dgm:prSet presAssocID="{C76470C8-2937-42C7-90F9-3B7C2B6D4867}" presName="root" presStyleCnt="0">
        <dgm:presLayoutVars>
          <dgm:dir/>
          <dgm:resizeHandles val="exact"/>
        </dgm:presLayoutVars>
      </dgm:prSet>
      <dgm:spPr/>
    </dgm:pt>
    <dgm:pt modelId="{670B4CA1-A627-486A-845A-5E877DA05707}" type="pres">
      <dgm:prSet presAssocID="{65D129A7-0143-4E68-A45B-5FB7FF0FDFE4}" presName="compNode" presStyleCnt="0"/>
      <dgm:spPr/>
    </dgm:pt>
    <dgm:pt modelId="{19110004-32E4-48DD-9FA5-4D19FDFAE5E5}" type="pres">
      <dgm:prSet presAssocID="{65D129A7-0143-4E68-A45B-5FB7FF0FDFE4}" presName="iconBgRect" presStyleLbl="bgShp" presStyleIdx="0" presStyleCnt="5"/>
      <dgm:spPr>
        <a:prstGeom prst="round2DiagRect">
          <a:avLst>
            <a:gd name="adj1" fmla="val 29727"/>
            <a:gd name="adj2" fmla="val 0"/>
          </a:avLst>
        </a:prstGeom>
      </dgm:spPr>
    </dgm:pt>
    <dgm:pt modelId="{B2950B34-3E40-49AD-A0FD-4E15E9EE2965}" type="pres">
      <dgm:prSet presAssocID="{65D129A7-0143-4E68-A45B-5FB7FF0FDFE4}"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DD286964-D203-4B28-B6D2-3F3A38BDC62C}" type="pres">
      <dgm:prSet presAssocID="{65D129A7-0143-4E68-A45B-5FB7FF0FDFE4}" presName="spaceRect" presStyleCnt="0"/>
      <dgm:spPr/>
    </dgm:pt>
    <dgm:pt modelId="{2BE15D35-5CDE-45A1-B215-02E568412C53}" type="pres">
      <dgm:prSet presAssocID="{65D129A7-0143-4E68-A45B-5FB7FF0FDFE4}" presName="textRect" presStyleLbl="revTx" presStyleIdx="0" presStyleCnt="5">
        <dgm:presLayoutVars>
          <dgm:chMax val="1"/>
          <dgm:chPref val="1"/>
        </dgm:presLayoutVars>
      </dgm:prSet>
      <dgm:spPr/>
    </dgm:pt>
    <dgm:pt modelId="{DBB00182-22AF-44E3-88FF-0F21863F6DD2}" type="pres">
      <dgm:prSet presAssocID="{0DE7B799-0543-40D7-A3DA-14A93F4598A1}" presName="sibTrans" presStyleCnt="0"/>
      <dgm:spPr/>
    </dgm:pt>
    <dgm:pt modelId="{1DAE1968-2F0B-4717-8288-6A20FE799A01}" type="pres">
      <dgm:prSet presAssocID="{060BBB18-815C-4DB0-A10A-7ECF4CEDBD62}" presName="compNode" presStyleCnt="0"/>
      <dgm:spPr/>
    </dgm:pt>
    <dgm:pt modelId="{A56B5700-2ABF-408A-9E89-64C80D862C24}" type="pres">
      <dgm:prSet presAssocID="{060BBB18-815C-4DB0-A10A-7ECF4CEDBD62}" presName="iconBgRect" presStyleLbl="bgShp" presStyleIdx="1" presStyleCnt="5"/>
      <dgm:spPr>
        <a:prstGeom prst="round2DiagRect">
          <a:avLst>
            <a:gd name="adj1" fmla="val 29727"/>
            <a:gd name="adj2" fmla="val 0"/>
          </a:avLst>
        </a:prstGeom>
      </dgm:spPr>
    </dgm:pt>
    <dgm:pt modelId="{18F970D0-A8E3-4A2A-BC76-45CAA4EA1203}" type="pres">
      <dgm:prSet presAssocID="{060BBB18-815C-4DB0-A10A-7ECF4CEDBD6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A9D18361-2DFA-4DC3-9D70-D0A840648AE8}" type="pres">
      <dgm:prSet presAssocID="{060BBB18-815C-4DB0-A10A-7ECF4CEDBD62}" presName="spaceRect" presStyleCnt="0"/>
      <dgm:spPr/>
    </dgm:pt>
    <dgm:pt modelId="{C0203A66-E402-49E0-A4B5-865D7FC2F73F}" type="pres">
      <dgm:prSet presAssocID="{060BBB18-815C-4DB0-A10A-7ECF4CEDBD62}" presName="textRect" presStyleLbl="revTx" presStyleIdx="1" presStyleCnt="5">
        <dgm:presLayoutVars>
          <dgm:chMax val="1"/>
          <dgm:chPref val="1"/>
        </dgm:presLayoutVars>
      </dgm:prSet>
      <dgm:spPr/>
    </dgm:pt>
    <dgm:pt modelId="{E172F2D0-9EDC-4827-BF1A-F2FAF5F1F11E}" type="pres">
      <dgm:prSet presAssocID="{18AB38BB-24BF-4FD1-A8B5-AB648B18B9C8}" presName="sibTrans" presStyleCnt="0"/>
      <dgm:spPr/>
    </dgm:pt>
    <dgm:pt modelId="{9830972A-D414-4591-A4AD-DA79D6ACBEA6}" type="pres">
      <dgm:prSet presAssocID="{D6F96E40-4AD1-4408-9BA2-22CF910EC35D}" presName="compNode" presStyleCnt="0"/>
      <dgm:spPr/>
    </dgm:pt>
    <dgm:pt modelId="{03A63E84-05DF-4C0E-A633-96268830D36C}" type="pres">
      <dgm:prSet presAssocID="{D6F96E40-4AD1-4408-9BA2-22CF910EC35D}" presName="iconBgRect" presStyleLbl="bgShp" presStyleIdx="2" presStyleCnt="5"/>
      <dgm:spPr>
        <a:prstGeom prst="round2DiagRect">
          <a:avLst>
            <a:gd name="adj1" fmla="val 29727"/>
            <a:gd name="adj2" fmla="val 0"/>
          </a:avLst>
        </a:prstGeom>
      </dgm:spPr>
    </dgm:pt>
    <dgm:pt modelId="{963AB5AF-D5C6-4571-A6F0-849A939034C4}" type="pres">
      <dgm:prSet presAssocID="{D6F96E40-4AD1-4408-9BA2-22CF910EC35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9970F377-C839-4B40-8F20-433CA56541EE}" type="pres">
      <dgm:prSet presAssocID="{D6F96E40-4AD1-4408-9BA2-22CF910EC35D}" presName="spaceRect" presStyleCnt="0"/>
      <dgm:spPr/>
    </dgm:pt>
    <dgm:pt modelId="{35574092-B560-440E-8E39-265DE9E9474C}" type="pres">
      <dgm:prSet presAssocID="{D6F96E40-4AD1-4408-9BA2-22CF910EC35D}" presName="textRect" presStyleLbl="revTx" presStyleIdx="2" presStyleCnt="5">
        <dgm:presLayoutVars>
          <dgm:chMax val="1"/>
          <dgm:chPref val="1"/>
        </dgm:presLayoutVars>
      </dgm:prSet>
      <dgm:spPr/>
    </dgm:pt>
    <dgm:pt modelId="{5EFB19D4-DA7A-4E77-A488-1A389043CA99}" type="pres">
      <dgm:prSet presAssocID="{80644408-E90F-4DC0-8593-A35F66DAA619}" presName="sibTrans" presStyleCnt="0"/>
      <dgm:spPr/>
    </dgm:pt>
    <dgm:pt modelId="{AC1B014D-B164-4A8E-AA54-EC24CF649EDA}" type="pres">
      <dgm:prSet presAssocID="{AADA3289-9383-4BBF-B59D-89CF63A28576}" presName="compNode" presStyleCnt="0"/>
      <dgm:spPr/>
    </dgm:pt>
    <dgm:pt modelId="{670CD32A-EC8C-4597-AC67-814ECF8CA298}" type="pres">
      <dgm:prSet presAssocID="{AADA3289-9383-4BBF-B59D-89CF63A28576}" presName="iconBgRect" presStyleLbl="bgShp" presStyleIdx="3" presStyleCnt="5"/>
      <dgm:spPr>
        <a:prstGeom prst="round2DiagRect">
          <a:avLst>
            <a:gd name="adj1" fmla="val 29727"/>
            <a:gd name="adj2" fmla="val 0"/>
          </a:avLst>
        </a:prstGeom>
      </dgm:spPr>
    </dgm:pt>
    <dgm:pt modelId="{A34954BE-B049-4033-8804-36A7847F1C9B}" type="pres">
      <dgm:prSet presAssocID="{AADA3289-9383-4BBF-B59D-89CF63A2857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ecurity Camera Sign"/>
        </a:ext>
      </dgm:extLst>
    </dgm:pt>
    <dgm:pt modelId="{DBBBB82A-43E9-43DA-9A75-3F689077AC5C}" type="pres">
      <dgm:prSet presAssocID="{AADA3289-9383-4BBF-B59D-89CF63A28576}" presName="spaceRect" presStyleCnt="0"/>
      <dgm:spPr/>
    </dgm:pt>
    <dgm:pt modelId="{469A382B-F67D-4AD3-A434-72B591B5EC69}" type="pres">
      <dgm:prSet presAssocID="{AADA3289-9383-4BBF-B59D-89CF63A28576}" presName="textRect" presStyleLbl="revTx" presStyleIdx="3" presStyleCnt="5">
        <dgm:presLayoutVars>
          <dgm:chMax val="1"/>
          <dgm:chPref val="1"/>
        </dgm:presLayoutVars>
      </dgm:prSet>
      <dgm:spPr/>
    </dgm:pt>
    <dgm:pt modelId="{A588C7B7-C9D8-4B4D-A23A-DB1DBF9930E4}" type="pres">
      <dgm:prSet presAssocID="{F42F4812-469A-4E0E-8C9B-412094BB9D0E}" presName="sibTrans" presStyleCnt="0"/>
      <dgm:spPr/>
    </dgm:pt>
    <dgm:pt modelId="{7D0C7AFE-A589-4F57-8E67-FEDD9F949D21}" type="pres">
      <dgm:prSet presAssocID="{B35B206A-1D9E-4BDE-86AD-4F9979C8F7B3}" presName="compNode" presStyleCnt="0"/>
      <dgm:spPr/>
    </dgm:pt>
    <dgm:pt modelId="{BAE837E6-655D-4696-A57D-39D3C47B1174}" type="pres">
      <dgm:prSet presAssocID="{B35B206A-1D9E-4BDE-86AD-4F9979C8F7B3}" presName="iconBgRect" presStyleLbl="bgShp" presStyleIdx="4" presStyleCnt="5"/>
      <dgm:spPr>
        <a:prstGeom prst="round2DiagRect">
          <a:avLst>
            <a:gd name="adj1" fmla="val 29727"/>
            <a:gd name="adj2" fmla="val 0"/>
          </a:avLst>
        </a:prstGeom>
      </dgm:spPr>
    </dgm:pt>
    <dgm:pt modelId="{425BA10F-78F0-4DE1-AEF4-D9F6D96B78DA}" type="pres">
      <dgm:prSet presAssocID="{B35B206A-1D9E-4BDE-86AD-4F9979C8F7B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alculator"/>
        </a:ext>
      </dgm:extLst>
    </dgm:pt>
    <dgm:pt modelId="{A0821413-D273-449E-BF8C-A3161B646A05}" type="pres">
      <dgm:prSet presAssocID="{B35B206A-1D9E-4BDE-86AD-4F9979C8F7B3}" presName="spaceRect" presStyleCnt="0"/>
      <dgm:spPr/>
    </dgm:pt>
    <dgm:pt modelId="{8F3592E2-2094-4CCA-B668-1D78C3DD23E6}" type="pres">
      <dgm:prSet presAssocID="{B35B206A-1D9E-4BDE-86AD-4F9979C8F7B3}" presName="textRect" presStyleLbl="revTx" presStyleIdx="4" presStyleCnt="5">
        <dgm:presLayoutVars>
          <dgm:chMax val="1"/>
          <dgm:chPref val="1"/>
        </dgm:presLayoutVars>
      </dgm:prSet>
      <dgm:spPr/>
    </dgm:pt>
  </dgm:ptLst>
  <dgm:cxnLst>
    <dgm:cxn modelId="{6A648B18-8A5E-4532-B84E-9F0A2D8AA053}" type="presOf" srcId="{B35B206A-1D9E-4BDE-86AD-4F9979C8F7B3}" destId="{8F3592E2-2094-4CCA-B668-1D78C3DD23E6}" srcOrd="0" destOrd="0" presId="urn:microsoft.com/office/officeart/2018/5/layout/IconLeafLabelList"/>
    <dgm:cxn modelId="{8F0E2E1F-32BE-45FC-A2DF-B0CEF365528B}" type="presOf" srcId="{060BBB18-815C-4DB0-A10A-7ECF4CEDBD62}" destId="{C0203A66-E402-49E0-A4B5-865D7FC2F73F}" srcOrd="0" destOrd="0" presId="urn:microsoft.com/office/officeart/2018/5/layout/IconLeafLabelList"/>
    <dgm:cxn modelId="{AC76A86C-B109-48A9-85FB-953E613BA18E}" srcId="{C76470C8-2937-42C7-90F9-3B7C2B6D4867}" destId="{D6F96E40-4AD1-4408-9BA2-22CF910EC35D}" srcOrd="2" destOrd="0" parTransId="{3DA2EED4-F8FE-490F-B085-AC9F402655E0}" sibTransId="{80644408-E90F-4DC0-8593-A35F66DAA619}"/>
    <dgm:cxn modelId="{2CFAB578-6270-4E88-9D8D-F60803969A5A}" type="presOf" srcId="{D6F96E40-4AD1-4408-9BA2-22CF910EC35D}" destId="{35574092-B560-440E-8E39-265DE9E9474C}" srcOrd="0" destOrd="0" presId="urn:microsoft.com/office/officeart/2018/5/layout/IconLeafLabelList"/>
    <dgm:cxn modelId="{3966B39E-883C-4A16-8364-ADCD59B17BCB}" srcId="{C76470C8-2937-42C7-90F9-3B7C2B6D4867}" destId="{060BBB18-815C-4DB0-A10A-7ECF4CEDBD62}" srcOrd="1" destOrd="0" parTransId="{D2EC81AD-8FD3-40F7-9512-E637BABB18C7}" sibTransId="{18AB38BB-24BF-4FD1-A8B5-AB648B18B9C8}"/>
    <dgm:cxn modelId="{F1F219A0-D9EF-4E76-BF38-DFECDA47EC7B}" srcId="{C76470C8-2937-42C7-90F9-3B7C2B6D4867}" destId="{65D129A7-0143-4E68-A45B-5FB7FF0FDFE4}" srcOrd="0" destOrd="0" parTransId="{C328E200-633D-4F26-9528-9CFBBE938533}" sibTransId="{0DE7B799-0543-40D7-A3DA-14A93F4598A1}"/>
    <dgm:cxn modelId="{F871BCB0-91F6-49AE-8116-579C19EBA818}" type="presOf" srcId="{65D129A7-0143-4E68-A45B-5FB7FF0FDFE4}" destId="{2BE15D35-5CDE-45A1-B215-02E568412C53}" srcOrd="0" destOrd="0" presId="urn:microsoft.com/office/officeart/2018/5/layout/IconLeafLabelList"/>
    <dgm:cxn modelId="{1C82EBB5-7AB6-4652-81A6-8305A3298056}" srcId="{C76470C8-2937-42C7-90F9-3B7C2B6D4867}" destId="{B35B206A-1D9E-4BDE-86AD-4F9979C8F7B3}" srcOrd="4" destOrd="0" parTransId="{F338A34B-A2A9-45FC-8B25-2C42FEC1F0A9}" sibTransId="{8AB475EA-C3A3-428F-ABC0-32700C10244B}"/>
    <dgm:cxn modelId="{EB63C2C2-A880-4C04-A5E5-441712B6C1CD}" type="presOf" srcId="{C76470C8-2937-42C7-90F9-3B7C2B6D4867}" destId="{849A8474-10AF-463B-9B5E-172F7CD44EC1}" srcOrd="0" destOrd="0" presId="urn:microsoft.com/office/officeart/2018/5/layout/IconLeafLabelList"/>
    <dgm:cxn modelId="{800A28E3-3989-40EF-B6C4-610ED29594CD}" srcId="{C76470C8-2937-42C7-90F9-3B7C2B6D4867}" destId="{AADA3289-9383-4BBF-B59D-89CF63A28576}" srcOrd="3" destOrd="0" parTransId="{E0142CD1-F498-4592-A5FE-F2E18A005A6E}" sibTransId="{F42F4812-469A-4E0E-8C9B-412094BB9D0E}"/>
    <dgm:cxn modelId="{5DED06E4-1A61-475A-A99A-868EB8515822}" type="presOf" srcId="{AADA3289-9383-4BBF-B59D-89CF63A28576}" destId="{469A382B-F67D-4AD3-A434-72B591B5EC69}" srcOrd="0" destOrd="0" presId="urn:microsoft.com/office/officeart/2018/5/layout/IconLeafLabelList"/>
    <dgm:cxn modelId="{BC8C482B-B64E-437F-AB3A-636D995D1927}" type="presParOf" srcId="{849A8474-10AF-463B-9B5E-172F7CD44EC1}" destId="{670B4CA1-A627-486A-845A-5E877DA05707}" srcOrd="0" destOrd="0" presId="urn:microsoft.com/office/officeart/2018/5/layout/IconLeafLabelList"/>
    <dgm:cxn modelId="{5612B2F6-7F21-4AC1-869D-81A396EE1C03}" type="presParOf" srcId="{670B4CA1-A627-486A-845A-5E877DA05707}" destId="{19110004-32E4-48DD-9FA5-4D19FDFAE5E5}" srcOrd="0" destOrd="0" presId="urn:microsoft.com/office/officeart/2018/5/layout/IconLeafLabelList"/>
    <dgm:cxn modelId="{EC32CB49-CEF9-44E9-BA5D-055991B49C6A}" type="presParOf" srcId="{670B4CA1-A627-486A-845A-5E877DA05707}" destId="{B2950B34-3E40-49AD-A0FD-4E15E9EE2965}" srcOrd="1" destOrd="0" presId="urn:microsoft.com/office/officeart/2018/5/layout/IconLeafLabelList"/>
    <dgm:cxn modelId="{1ACFEF15-EA86-49EB-8275-A2F6728D9CCB}" type="presParOf" srcId="{670B4CA1-A627-486A-845A-5E877DA05707}" destId="{DD286964-D203-4B28-B6D2-3F3A38BDC62C}" srcOrd="2" destOrd="0" presId="urn:microsoft.com/office/officeart/2018/5/layout/IconLeafLabelList"/>
    <dgm:cxn modelId="{815C3316-E12B-4B49-BC58-0F0323C50AF5}" type="presParOf" srcId="{670B4CA1-A627-486A-845A-5E877DA05707}" destId="{2BE15D35-5CDE-45A1-B215-02E568412C53}" srcOrd="3" destOrd="0" presId="urn:microsoft.com/office/officeart/2018/5/layout/IconLeafLabelList"/>
    <dgm:cxn modelId="{5C04C3F0-1729-4D40-A448-8303E771EAB0}" type="presParOf" srcId="{849A8474-10AF-463B-9B5E-172F7CD44EC1}" destId="{DBB00182-22AF-44E3-88FF-0F21863F6DD2}" srcOrd="1" destOrd="0" presId="urn:microsoft.com/office/officeart/2018/5/layout/IconLeafLabelList"/>
    <dgm:cxn modelId="{50273B8B-51FA-43FC-B95F-075D15F304D2}" type="presParOf" srcId="{849A8474-10AF-463B-9B5E-172F7CD44EC1}" destId="{1DAE1968-2F0B-4717-8288-6A20FE799A01}" srcOrd="2" destOrd="0" presId="urn:microsoft.com/office/officeart/2018/5/layout/IconLeafLabelList"/>
    <dgm:cxn modelId="{9CADB261-254D-48E4-9BCE-5FF3102323F6}" type="presParOf" srcId="{1DAE1968-2F0B-4717-8288-6A20FE799A01}" destId="{A56B5700-2ABF-408A-9E89-64C80D862C24}" srcOrd="0" destOrd="0" presId="urn:microsoft.com/office/officeart/2018/5/layout/IconLeafLabelList"/>
    <dgm:cxn modelId="{E5433DE7-2B7C-489D-869F-03303D21EAAF}" type="presParOf" srcId="{1DAE1968-2F0B-4717-8288-6A20FE799A01}" destId="{18F970D0-A8E3-4A2A-BC76-45CAA4EA1203}" srcOrd="1" destOrd="0" presId="urn:microsoft.com/office/officeart/2018/5/layout/IconLeafLabelList"/>
    <dgm:cxn modelId="{B3DAD797-C867-4C88-BF82-8D643C3CCD14}" type="presParOf" srcId="{1DAE1968-2F0B-4717-8288-6A20FE799A01}" destId="{A9D18361-2DFA-4DC3-9D70-D0A840648AE8}" srcOrd="2" destOrd="0" presId="urn:microsoft.com/office/officeart/2018/5/layout/IconLeafLabelList"/>
    <dgm:cxn modelId="{1BC1F83A-CEF1-4369-A910-167756C84BEA}" type="presParOf" srcId="{1DAE1968-2F0B-4717-8288-6A20FE799A01}" destId="{C0203A66-E402-49E0-A4B5-865D7FC2F73F}" srcOrd="3" destOrd="0" presId="urn:microsoft.com/office/officeart/2018/5/layout/IconLeafLabelList"/>
    <dgm:cxn modelId="{A1552937-0F24-4B74-B0CF-301D4AD9B352}" type="presParOf" srcId="{849A8474-10AF-463B-9B5E-172F7CD44EC1}" destId="{E172F2D0-9EDC-4827-BF1A-F2FAF5F1F11E}" srcOrd="3" destOrd="0" presId="urn:microsoft.com/office/officeart/2018/5/layout/IconLeafLabelList"/>
    <dgm:cxn modelId="{605DB719-F879-4534-BF7A-6BD86EA76864}" type="presParOf" srcId="{849A8474-10AF-463B-9B5E-172F7CD44EC1}" destId="{9830972A-D414-4591-A4AD-DA79D6ACBEA6}" srcOrd="4" destOrd="0" presId="urn:microsoft.com/office/officeart/2018/5/layout/IconLeafLabelList"/>
    <dgm:cxn modelId="{C04AB2FE-E4D0-4F42-907D-EE9E4F9289F4}" type="presParOf" srcId="{9830972A-D414-4591-A4AD-DA79D6ACBEA6}" destId="{03A63E84-05DF-4C0E-A633-96268830D36C}" srcOrd="0" destOrd="0" presId="urn:microsoft.com/office/officeart/2018/5/layout/IconLeafLabelList"/>
    <dgm:cxn modelId="{5D8944EF-8153-4778-92AB-A8748E4BB798}" type="presParOf" srcId="{9830972A-D414-4591-A4AD-DA79D6ACBEA6}" destId="{963AB5AF-D5C6-4571-A6F0-849A939034C4}" srcOrd="1" destOrd="0" presId="urn:microsoft.com/office/officeart/2018/5/layout/IconLeafLabelList"/>
    <dgm:cxn modelId="{270A46AB-6F37-455F-A79E-F799F7E5B414}" type="presParOf" srcId="{9830972A-D414-4591-A4AD-DA79D6ACBEA6}" destId="{9970F377-C839-4B40-8F20-433CA56541EE}" srcOrd="2" destOrd="0" presId="urn:microsoft.com/office/officeart/2018/5/layout/IconLeafLabelList"/>
    <dgm:cxn modelId="{ABCDDDE1-2DC2-4F1E-BAD9-C96518A7C606}" type="presParOf" srcId="{9830972A-D414-4591-A4AD-DA79D6ACBEA6}" destId="{35574092-B560-440E-8E39-265DE9E9474C}" srcOrd="3" destOrd="0" presId="urn:microsoft.com/office/officeart/2018/5/layout/IconLeafLabelList"/>
    <dgm:cxn modelId="{8855E98C-1348-417C-B359-9D863C4FA460}" type="presParOf" srcId="{849A8474-10AF-463B-9B5E-172F7CD44EC1}" destId="{5EFB19D4-DA7A-4E77-A488-1A389043CA99}" srcOrd="5" destOrd="0" presId="urn:microsoft.com/office/officeart/2018/5/layout/IconLeafLabelList"/>
    <dgm:cxn modelId="{02EEA2E9-5604-4506-8CB8-8C79EE956C87}" type="presParOf" srcId="{849A8474-10AF-463B-9B5E-172F7CD44EC1}" destId="{AC1B014D-B164-4A8E-AA54-EC24CF649EDA}" srcOrd="6" destOrd="0" presId="urn:microsoft.com/office/officeart/2018/5/layout/IconLeafLabelList"/>
    <dgm:cxn modelId="{35FE9355-CB06-46F1-8018-878601A1A826}" type="presParOf" srcId="{AC1B014D-B164-4A8E-AA54-EC24CF649EDA}" destId="{670CD32A-EC8C-4597-AC67-814ECF8CA298}" srcOrd="0" destOrd="0" presId="urn:microsoft.com/office/officeart/2018/5/layout/IconLeafLabelList"/>
    <dgm:cxn modelId="{D0993DF1-1042-4BD0-B595-8AF0A14683DC}" type="presParOf" srcId="{AC1B014D-B164-4A8E-AA54-EC24CF649EDA}" destId="{A34954BE-B049-4033-8804-36A7847F1C9B}" srcOrd="1" destOrd="0" presId="urn:microsoft.com/office/officeart/2018/5/layout/IconLeafLabelList"/>
    <dgm:cxn modelId="{93C575A5-31D2-4228-AA6A-A72FFFD703BA}" type="presParOf" srcId="{AC1B014D-B164-4A8E-AA54-EC24CF649EDA}" destId="{DBBBB82A-43E9-43DA-9A75-3F689077AC5C}" srcOrd="2" destOrd="0" presId="urn:microsoft.com/office/officeart/2018/5/layout/IconLeafLabelList"/>
    <dgm:cxn modelId="{431E96AF-8A01-40A0-B208-C2C4E0058324}" type="presParOf" srcId="{AC1B014D-B164-4A8E-AA54-EC24CF649EDA}" destId="{469A382B-F67D-4AD3-A434-72B591B5EC69}" srcOrd="3" destOrd="0" presId="urn:microsoft.com/office/officeart/2018/5/layout/IconLeafLabelList"/>
    <dgm:cxn modelId="{F068E437-4EA6-4D50-9968-6C3635CCEEFA}" type="presParOf" srcId="{849A8474-10AF-463B-9B5E-172F7CD44EC1}" destId="{A588C7B7-C9D8-4B4D-A23A-DB1DBF9930E4}" srcOrd="7" destOrd="0" presId="urn:microsoft.com/office/officeart/2018/5/layout/IconLeafLabelList"/>
    <dgm:cxn modelId="{819109BD-B019-4DBE-90C0-CBD1125093F2}" type="presParOf" srcId="{849A8474-10AF-463B-9B5E-172F7CD44EC1}" destId="{7D0C7AFE-A589-4F57-8E67-FEDD9F949D21}" srcOrd="8" destOrd="0" presId="urn:microsoft.com/office/officeart/2018/5/layout/IconLeafLabelList"/>
    <dgm:cxn modelId="{DEECCC14-2309-4EA3-853D-4E1DB7E055C7}" type="presParOf" srcId="{7D0C7AFE-A589-4F57-8E67-FEDD9F949D21}" destId="{BAE837E6-655D-4696-A57D-39D3C47B1174}" srcOrd="0" destOrd="0" presId="urn:microsoft.com/office/officeart/2018/5/layout/IconLeafLabelList"/>
    <dgm:cxn modelId="{F9C2EECD-DE13-448D-A926-1E7A0080722E}" type="presParOf" srcId="{7D0C7AFE-A589-4F57-8E67-FEDD9F949D21}" destId="{425BA10F-78F0-4DE1-AEF4-D9F6D96B78DA}" srcOrd="1" destOrd="0" presId="urn:microsoft.com/office/officeart/2018/5/layout/IconLeafLabelList"/>
    <dgm:cxn modelId="{4C6E848C-C600-41AD-BBBB-99E0A2666BC0}" type="presParOf" srcId="{7D0C7AFE-A589-4F57-8E67-FEDD9F949D21}" destId="{A0821413-D273-449E-BF8C-A3161B646A05}" srcOrd="2" destOrd="0" presId="urn:microsoft.com/office/officeart/2018/5/layout/IconLeafLabelList"/>
    <dgm:cxn modelId="{23D38B2D-B202-4263-9D20-219EA4FEC00C}" type="presParOf" srcId="{7D0C7AFE-A589-4F57-8E67-FEDD9F949D21}" destId="{8F3592E2-2094-4CCA-B668-1D78C3DD23E6}"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F5AB3BD-A694-4DC8-A1E4-4D7287B24AB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6020B8D-1D5C-438E-B398-DFD1F38544B3}">
      <dgm:prSet/>
      <dgm:spPr/>
      <dgm:t>
        <a:bodyPr/>
        <a:lstStyle/>
        <a:p>
          <a:r>
            <a:rPr lang="en-US"/>
            <a:t>Login showcases role‑based access.</a:t>
          </a:r>
        </a:p>
      </dgm:t>
    </dgm:pt>
    <dgm:pt modelId="{C11134B4-061B-4062-B922-7D5D5BEC56F2}" type="parTrans" cxnId="{93570ECF-3EEB-430A-9F78-2EB0DCC484B1}">
      <dgm:prSet/>
      <dgm:spPr/>
      <dgm:t>
        <a:bodyPr/>
        <a:lstStyle/>
        <a:p>
          <a:endParaRPr lang="en-US"/>
        </a:p>
      </dgm:t>
    </dgm:pt>
    <dgm:pt modelId="{68965066-C031-4699-9736-916B8DA23B3E}" type="sibTrans" cxnId="{93570ECF-3EEB-430A-9F78-2EB0DCC484B1}">
      <dgm:prSet/>
      <dgm:spPr/>
      <dgm:t>
        <a:bodyPr/>
        <a:lstStyle/>
        <a:p>
          <a:endParaRPr lang="en-US"/>
        </a:p>
      </dgm:t>
    </dgm:pt>
    <dgm:pt modelId="{FC2D809C-C7BD-44A4-8E52-41EAAE4C7D45}">
      <dgm:prSet/>
      <dgm:spPr/>
      <dgm:t>
        <a:bodyPr/>
        <a:lstStyle/>
        <a:p>
          <a:r>
            <a:rPr lang="en-US"/>
            <a:t>Lecturer submits real‑time automated claim.</a:t>
          </a:r>
        </a:p>
      </dgm:t>
    </dgm:pt>
    <dgm:pt modelId="{13C2873F-6FAD-4273-9D2E-0FB9B7F0669F}" type="parTrans" cxnId="{553CAF60-7600-45F4-844C-5C661BF2439F}">
      <dgm:prSet/>
      <dgm:spPr/>
      <dgm:t>
        <a:bodyPr/>
        <a:lstStyle/>
        <a:p>
          <a:endParaRPr lang="en-US"/>
        </a:p>
      </dgm:t>
    </dgm:pt>
    <dgm:pt modelId="{F62AE857-AAA6-4199-972A-8EDD96B39AD0}" type="sibTrans" cxnId="{553CAF60-7600-45F4-844C-5C661BF2439F}">
      <dgm:prSet/>
      <dgm:spPr/>
      <dgm:t>
        <a:bodyPr/>
        <a:lstStyle/>
        <a:p>
          <a:endParaRPr lang="en-US"/>
        </a:p>
      </dgm:t>
    </dgm:pt>
    <dgm:pt modelId="{DFFBD613-E410-4771-86CB-093357223680}">
      <dgm:prSet/>
      <dgm:spPr/>
      <dgm:t>
        <a:bodyPr/>
        <a:lstStyle/>
        <a:p>
          <a:r>
            <a:rPr lang="en-US"/>
            <a:t>Coordinator approves pending requests.</a:t>
          </a:r>
        </a:p>
      </dgm:t>
    </dgm:pt>
    <dgm:pt modelId="{5E652C53-A865-435A-8F81-7613B71B532D}" type="parTrans" cxnId="{CC7A9A4C-BF2B-425A-A598-AD036D46AE2A}">
      <dgm:prSet/>
      <dgm:spPr/>
      <dgm:t>
        <a:bodyPr/>
        <a:lstStyle/>
        <a:p>
          <a:endParaRPr lang="en-US"/>
        </a:p>
      </dgm:t>
    </dgm:pt>
    <dgm:pt modelId="{6E0F82EF-9D70-4E9A-914B-2AABAF4BDABD}" type="sibTrans" cxnId="{CC7A9A4C-BF2B-425A-A598-AD036D46AE2A}">
      <dgm:prSet/>
      <dgm:spPr/>
      <dgm:t>
        <a:bodyPr/>
        <a:lstStyle/>
        <a:p>
          <a:endParaRPr lang="en-US"/>
        </a:p>
      </dgm:t>
    </dgm:pt>
    <dgm:pt modelId="{E105CEAE-C977-4F7E-9010-D6621853B69F}">
      <dgm:prSet/>
      <dgm:spPr/>
      <dgm:t>
        <a:bodyPr/>
        <a:lstStyle/>
        <a:p>
          <a:r>
            <a:rPr lang="en-US"/>
            <a:t>HR manages users + payment reports.</a:t>
          </a:r>
        </a:p>
      </dgm:t>
    </dgm:pt>
    <dgm:pt modelId="{30EBCB37-6D20-45BB-AFB8-8A65FBAAADC7}" type="parTrans" cxnId="{DD75E0D3-B390-46EC-A992-6DB26852C741}">
      <dgm:prSet/>
      <dgm:spPr/>
      <dgm:t>
        <a:bodyPr/>
        <a:lstStyle/>
        <a:p>
          <a:endParaRPr lang="en-US"/>
        </a:p>
      </dgm:t>
    </dgm:pt>
    <dgm:pt modelId="{6116F2BD-840C-4221-B48C-29EA71340E3C}" type="sibTrans" cxnId="{DD75E0D3-B390-46EC-A992-6DB26852C741}">
      <dgm:prSet/>
      <dgm:spPr/>
      <dgm:t>
        <a:bodyPr/>
        <a:lstStyle/>
        <a:p>
          <a:endParaRPr lang="en-US"/>
        </a:p>
      </dgm:t>
    </dgm:pt>
    <dgm:pt modelId="{DF4443A0-45D0-4D78-89C6-9A61E069DA2A}">
      <dgm:prSet/>
      <dgm:spPr/>
      <dgm:t>
        <a:bodyPr/>
        <a:lstStyle/>
        <a:p>
          <a:r>
            <a:rPr lang="en-US"/>
            <a:t>Swagger tests API functionality.</a:t>
          </a:r>
        </a:p>
      </dgm:t>
    </dgm:pt>
    <dgm:pt modelId="{0705EB04-CD14-4E2D-8684-A72DA451C642}" type="parTrans" cxnId="{0950C533-0D10-456B-9838-0EC0DA01F793}">
      <dgm:prSet/>
      <dgm:spPr/>
      <dgm:t>
        <a:bodyPr/>
        <a:lstStyle/>
        <a:p>
          <a:endParaRPr lang="en-US"/>
        </a:p>
      </dgm:t>
    </dgm:pt>
    <dgm:pt modelId="{6E09D43C-C460-4FC0-9A08-9E15AE6A39E1}" type="sibTrans" cxnId="{0950C533-0D10-456B-9838-0EC0DA01F793}">
      <dgm:prSet/>
      <dgm:spPr/>
      <dgm:t>
        <a:bodyPr/>
        <a:lstStyle/>
        <a:p>
          <a:endParaRPr lang="en-US"/>
        </a:p>
      </dgm:t>
    </dgm:pt>
    <dgm:pt modelId="{C6F4F58E-C284-46F9-8AD1-6733B549A70E}">
      <dgm:prSet/>
      <dgm:spPr/>
      <dgm:t>
        <a:bodyPr/>
        <a:lstStyle/>
        <a:p>
          <a:r>
            <a:rPr lang="en-US"/>
            <a:t>Database updates displayed live.</a:t>
          </a:r>
        </a:p>
      </dgm:t>
    </dgm:pt>
    <dgm:pt modelId="{E1544458-AEF6-4E4E-B512-22925E68F9DB}" type="parTrans" cxnId="{FCD11A77-BB52-4BF5-8E7B-D6FD33E52B48}">
      <dgm:prSet/>
      <dgm:spPr/>
      <dgm:t>
        <a:bodyPr/>
        <a:lstStyle/>
        <a:p>
          <a:endParaRPr lang="en-US"/>
        </a:p>
      </dgm:t>
    </dgm:pt>
    <dgm:pt modelId="{C58CFBBC-ADA0-436D-BB2D-801BC9EFB6DE}" type="sibTrans" cxnId="{FCD11A77-BB52-4BF5-8E7B-D6FD33E52B48}">
      <dgm:prSet/>
      <dgm:spPr/>
      <dgm:t>
        <a:bodyPr/>
        <a:lstStyle/>
        <a:p>
          <a:endParaRPr lang="en-US"/>
        </a:p>
      </dgm:t>
    </dgm:pt>
    <dgm:pt modelId="{A29ECDBD-459E-450A-BA55-9436247A83C4}" type="pres">
      <dgm:prSet presAssocID="{6F5AB3BD-A694-4DC8-A1E4-4D7287B24ABC}" presName="linear" presStyleCnt="0">
        <dgm:presLayoutVars>
          <dgm:animLvl val="lvl"/>
          <dgm:resizeHandles val="exact"/>
        </dgm:presLayoutVars>
      </dgm:prSet>
      <dgm:spPr/>
    </dgm:pt>
    <dgm:pt modelId="{BE5F7091-84AA-4170-9966-9CCF5B2912B0}" type="pres">
      <dgm:prSet presAssocID="{C6020B8D-1D5C-438E-B398-DFD1F38544B3}" presName="parentText" presStyleLbl="node1" presStyleIdx="0" presStyleCnt="6">
        <dgm:presLayoutVars>
          <dgm:chMax val="0"/>
          <dgm:bulletEnabled val="1"/>
        </dgm:presLayoutVars>
      </dgm:prSet>
      <dgm:spPr/>
    </dgm:pt>
    <dgm:pt modelId="{93AD2E7F-92C9-4F6C-BD77-CA6E245EFF25}" type="pres">
      <dgm:prSet presAssocID="{68965066-C031-4699-9736-916B8DA23B3E}" presName="spacer" presStyleCnt="0"/>
      <dgm:spPr/>
    </dgm:pt>
    <dgm:pt modelId="{0F55FE02-C509-4D08-A93E-6682A310C6FF}" type="pres">
      <dgm:prSet presAssocID="{FC2D809C-C7BD-44A4-8E52-41EAAE4C7D45}" presName="parentText" presStyleLbl="node1" presStyleIdx="1" presStyleCnt="6">
        <dgm:presLayoutVars>
          <dgm:chMax val="0"/>
          <dgm:bulletEnabled val="1"/>
        </dgm:presLayoutVars>
      </dgm:prSet>
      <dgm:spPr/>
    </dgm:pt>
    <dgm:pt modelId="{2CA1A348-6062-4427-A129-03AAADCE2FEF}" type="pres">
      <dgm:prSet presAssocID="{F62AE857-AAA6-4199-972A-8EDD96B39AD0}" presName="spacer" presStyleCnt="0"/>
      <dgm:spPr/>
    </dgm:pt>
    <dgm:pt modelId="{739D60C7-9240-45D5-A48E-6231D3E84F7E}" type="pres">
      <dgm:prSet presAssocID="{DFFBD613-E410-4771-86CB-093357223680}" presName="parentText" presStyleLbl="node1" presStyleIdx="2" presStyleCnt="6">
        <dgm:presLayoutVars>
          <dgm:chMax val="0"/>
          <dgm:bulletEnabled val="1"/>
        </dgm:presLayoutVars>
      </dgm:prSet>
      <dgm:spPr/>
    </dgm:pt>
    <dgm:pt modelId="{DAD76FEF-24A6-412C-BADC-8AB8AE30A4B5}" type="pres">
      <dgm:prSet presAssocID="{6E0F82EF-9D70-4E9A-914B-2AABAF4BDABD}" presName="spacer" presStyleCnt="0"/>
      <dgm:spPr/>
    </dgm:pt>
    <dgm:pt modelId="{0557B765-C954-4205-A6CB-831D671C58B0}" type="pres">
      <dgm:prSet presAssocID="{E105CEAE-C977-4F7E-9010-D6621853B69F}" presName="parentText" presStyleLbl="node1" presStyleIdx="3" presStyleCnt="6">
        <dgm:presLayoutVars>
          <dgm:chMax val="0"/>
          <dgm:bulletEnabled val="1"/>
        </dgm:presLayoutVars>
      </dgm:prSet>
      <dgm:spPr/>
    </dgm:pt>
    <dgm:pt modelId="{FC3C16A2-0C0C-42BC-A505-43D94AC19180}" type="pres">
      <dgm:prSet presAssocID="{6116F2BD-840C-4221-B48C-29EA71340E3C}" presName="spacer" presStyleCnt="0"/>
      <dgm:spPr/>
    </dgm:pt>
    <dgm:pt modelId="{3D1696B2-452E-47B6-B9B8-D9171EEDFDD5}" type="pres">
      <dgm:prSet presAssocID="{DF4443A0-45D0-4D78-89C6-9A61E069DA2A}" presName="parentText" presStyleLbl="node1" presStyleIdx="4" presStyleCnt="6">
        <dgm:presLayoutVars>
          <dgm:chMax val="0"/>
          <dgm:bulletEnabled val="1"/>
        </dgm:presLayoutVars>
      </dgm:prSet>
      <dgm:spPr/>
    </dgm:pt>
    <dgm:pt modelId="{47ABD5E1-ADC5-400A-92E1-C3D1C710D6AD}" type="pres">
      <dgm:prSet presAssocID="{6E09D43C-C460-4FC0-9A08-9E15AE6A39E1}" presName="spacer" presStyleCnt="0"/>
      <dgm:spPr/>
    </dgm:pt>
    <dgm:pt modelId="{52F09960-9208-478B-AA42-2DEB9145116A}" type="pres">
      <dgm:prSet presAssocID="{C6F4F58E-C284-46F9-8AD1-6733B549A70E}" presName="parentText" presStyleLbl="node1" presStyleIdx="5" presStyleCnt="6">
        <dgm:presLayoutVars>
          <dgm:chMax val="0"/>
          <dgm:bulletEnabled val="1"/>
        </dgm:presLayoutVars>
      </dgm:prSet>
      <dgm:spPr/>
    </dgm:pt>
  </dgm:ptLst>
  <dgm:cxnLst>
    <dgm:cxn modelId="{A5D28A02-97FE-458F-A3B8-35B462D34437}" type="presOf" srcId="{DF4443A0-45D0-4D78-89C6-9A61E069DA2A}" destId="{3D1696B2-452E-47B6-B9B8-D9171EEDFDD5}" srcOrd="0" destOrd="0" presId="urn:microsoft.com/office/officeart/2005/8/layout/vList2"/>
    <dgm:cxn modelId="{61F6A70A-E30B-4C52-8AD4-E2AAF970CA63}" type="presOf" srcId="{6F5AB3BD-A694-4DC8-A1E4-4D7287B24ABC}" destId="{A29ECDBD-459E-450A-BA55-9436247A83C4}" srcOrd="0" destOrd="0" presId="urn:microsoft.com/office/officeart/2005/8/layout/vList2"/>
    <dgm:cxn modelId="{0950C533-0D10-456B-9838-0EC0DA01F793}" srcId="{6F5AB3BD-A694-4DC8-A1E4-4D7287B24ABC}" destId="{DF4443A0-45D0-4D78-89C6-9A61E069DA2A}" srcOrd="4" destOrd="0" parTransId="{0705EB04-CD14-4E2D-8684-A72DA451C642}" sibTransId="{6E09D43C-C460-4FC0-9A08-9E15AE6A39E1}"/>
    <dgm:cxn modelId="{553CAF60-7600-45F4-844C-5C661BF2439F}" srcId="{6F5AB3BD-A694-4DC8-A1E4-4D7287B24ABC}" destId="{FC2D809C-C7BD-44A4-8E52-41EAAE4C7D45}" srcOrd="1" destOrd="0" parTransId="{13C2873F-6FAD-4273-9D2E-0FB9B7F0669F}" sibTransId="{F62AE857-AAA6-4199-972A-8EDD96B39AD0}"/>
    <dgm:cxn modelId="{CC7A9A4C-BF2B-425A-A598-AD036D46AE2A}" srcId="{6F5AB3BD-A694-4DC8-A1E4-4D7287B24ABC}" destId="{DFFBD613-E410-4771-86CB-093357223680}" srcOrd="2" destOrd="0" parTransId="{5E652C53-A865-435A-8F81-7613B71B532D}" sibTransId="{6E0F82EF-9D70-4E9A-914B-2AABAF4BDABD}"/>
    <dgm:cxn modelId="{ADF39D54-73D7-40F7-A169-7658631302BD}" type="presOf" srcId="{C6F4F58E-C284-46F9-8AD1-6733B549A70E}" destId="{52F09960-9208-478B-AA42-2DEB9145116A}" srcOrd="0" destOrd="0" presId="urn:microsoft.com/office/officeart/2005/8/layout/vList2"/>
    <dgm:cxn modelId="{FCD11A77-BB52-4BF5-8E7B-D6FD33E52B48}" srcId="{6F5AB3BD-A694-4DC8-A1E4-4D7287B24ABC}" destId="{C6F4F58E-C284-46F9-8AD1-6733B549A70E}" srcOrd="5" destOrd="0" parTransId="{E1544458-AEF6-4E4E-B512-22925E68F9DB}" sibTransId="{C58CFBBC-ADA0-436D-BB2D-801BC9EFB6DE}"/>
    <dgm:cxn modelId="{10E1127D-DE71-4842-9F0C-10E3F95BF3FE}" type="presOf" srcId="{FC2D809C-C7BD-44A4-8E52-41EAAE4C7D45}" destId="{0F55FE02-C509-4D08-A93E-6682A310C6FF}" srcOrd="0" destOrd="0" presId="urn:microsoft.com/office/officeart/2005/8/layout/vList2"/>
    <dgm:cxn modelId="{BD925B88-BF50-426E-833E-3B1AF135CCC6}" type="presOf" srcId="{C6020B8D-1D5C-438E-B398-DFD1F38544B3}" destId="{BE5F7091-84AA-4170-9966-9CCF5B2912B0}" srcOrd="0" destOrd="0" presId="urn:microsoft.com/office/officeart/2005/8/layout/vList2"/>
    <dgm:cxn modelId="{4A2038A8-18BD-4AB1-967D-BF82C86B8F58}" type="presOf" srcId="{DFFBD613-E410-4771-86CB-093357223680}" destId="{739D60C7-9240-45D5-A48E-6231D3E84F7E}" srcOrd="0" destOrd="0" presId="urn:microsoft.com/office/officeart/2005/8/layout/vList2"/>
    <dgm:cxn modelId="{93570ECF-3EEB-430A-9F78-2EB0DCC484B1}" srcId="{6F5AB3BD-A694-4DC8-A1E4-4D7287B24ABC}" destId="{C6020B8D-1D5C-438E-B398-DFD1F38544B3}" srcOrd="0" destOrd="0" parTransId="{C11134B4-061B-4062-B922-7D5D5BEC56F2}" sibTransId="{68965066-C031-4699-9736-916B8DA23B3E}"/>
    <dgm:cxn modelId="{DD75E0D3-B390-46EC-A992-6DB26852C741}" srcId="{6F5AB3BD-A694-4DC8-A1E4-4D7287B24ABC}" destId="{E105CEAE-C977-4F7E-9010-D6621853B69F}" srcOrd="3" destOrd="0" parTransId="{30EBCB37-6D20-45BB-AFB8-8A65FBAAADC7}" sibTransId="{6116F2BD-840C-4221-B48C-29EA71340E3C}"/>
    <dgm:cxn modelId="{8D5950D7-E86C-4FB8-92ED-927A14E1A056}" type="presOf" srcId="{E105CEAE-C977-4F7E-9010-D6621853B69F}" destId="{0557B765-C954-4205-A6CB-831D671C58B0}" srcOrd="0" destOrd="0" presId="urn:microsoft.com/office/officeart/2005/8/layout/vList2"/>
    <dgm:cxn modelId="{8A312D95-48C5-4573-9360-58F549CE7F63}" type="presParOf" srcId="{A29ECDBD-459E-450A-BA55-9436247A83C4}" destId="{BE5F7091-84AA-4170-9966-9CCF5B2912B0}" srcOrd="0" destOrd="0" presId="urn:microsoft.com/office/officeart/2005/8/layout/vList2"/>
    <dgm:cxn modelId="{81D8415E-BC9F-45CB-9799-A75FE55674B0}" type="presParOf" srcId="{A29ECDBD-459E-450A-BA55-9436247A83C4}" destId="{93AD2E7F-92C9-4F6C-BD77-CA6E245EFF25}" srcOrd="1" destOrd="0" presId="urn:microsoft.com/office/officeart/2005/8/layout/vList2"/>
    <dgm:cxn modelId="{0D186B54-D434-42EF-B41F-1916433565A6}" type="presParOf" srcId="{A29ECDBD-459E-450A-BA55-9436247A83C4}" destId="{0F55FE02-C509-4D08-A93E-6682A310C6FF}" srcOrd="2" destOrd="0" presId="urn:microsoft.com/office/officeart/2005/8/layout/vList2"/>
    <dgm:cxn modelId="{04C61368-9C18-445A-AB69-BB22004BF2B9}" type="presParOf" srcId="{A29ECDBD-459E-450A-BA55-9436247A83C4}" destId="{2CA1A348-6062-4427-A129-03AAADCE2FEF}" srcOrd="3" destOrd="0" presId="urn:microsoft.com/office/officeart/2005/8/layout/vList2"/>
    <dgm:cxn modelId="{EBF602F3-2736-4E5C-A2D2-9912B275F9B1}" type="presParOf" srcId="{A29ECDBD-459E-450A-BA55-9436247A83C4}" destId="{739D60C7-9240-45D5-A48E-6231D3E84F7E}" srcOrd="4" destOrd="0" presId="urn:microsoft.com/office/officeart/2005/8/layout/vList2"/>
    <dgm:cxn modelId="{64B4F70E-A98A-4BA7-B5CF-896C402373F2}" type="presParOf" srcId="{A29ECDBD-459E-450A-BA55-9436247A83C4}" destId="{DAD76FEF-24A6-412C-BADC-8AB8AE30A4B5}" srcOrd="5" destOrd="0" presId="urn:microsoft.com/office/officeart/2005/8/layout/vList2"/>
    <dgm:cxn modelId="{A0A9752A-2683-474E-B3FE-8FB1F27A852B}" type="presParOf" srcId="{A29ECDBD-459E-450A-BA55-9436247A83C4}" destId="{0557B765-C954-4205-A6CB-831D671C58B0}" srcOrd="6" destOrd="0" presId="urn:microsoft.com/office/officeart/2005/8/layout/vList2"/>
    <dgm:cxn modelId="{D55E5B5D-1B15-4515-838F-B26D55A9B830}" type="presParOf" srcId="{A29ECDBD-459E-450A-BA55-9436247A83C4}" destId="{FC3C16A2-0C0C-42BC-A505-43D94AC19180}" srcOrd="7" destOrd="0" presId="urn:microsoft.com/office/officeart/2005/8/layout/vList2"/>
    <dgm:cxn modelId="{CF66A64D-5162-4D27-B181-87AD29954AA6}" type="presParOf" srcId="{A29ECDBD-459E-450A-BA55-9436247A83C4}" destId="{3D1696B2-452E-47B6-B9B8-D9171EEDFDD5}" srcOrd="8" destOrd="0" presId="urn:microsoft.com/office/officeart/2005/8/layout/vList2"/>
    <dgm:cxn modelId="{C07ACB2C-942E-465B-A946-742BB797FEBE}" type="presParOf" srcId="{A29ECDBD-459E-450A-BA55-9436247A83C4}" destId="{47ABD5E1-ADC5-400A-92E1-C3D1C710D6AD}" srcOrd="9" destOrd="0" presId="urn:microsoft.com/office/officeart/2005/8/layout/vList2"/>
    <dgm:cxn modelId="{3D5F4D59-8CAF-4662-8541-6B95FCA37082}" type="presParOf" srcId="{A29ECDBD-459E-450A-BA55-9436247A83C4}" destId="{52F09960-9208-478B-AA42-2DEB9145116A}"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6107FA-EDCD-4E16-95ED-8D625FE68963}">
      <dsp:nvSpPr>
        <dsp:cNvPr id="0" name=""/>
        <dsp:cNvSpPr/>
      </dsp:nvSpPr>
      <dsp:spPr>
        <a:xfrm>
          <a:off x="0" y="473224"/>
          <a:ext cx="5000124" cy="1391130"/>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0980" tIns="220980" rIns="220980" bIns="220980" numCol="1" spcCol="1270" anchor="ctr" anchorCtr="0">
          <a:noAutofit/>
        </a:bodyPr>
        <a:lstStyle/>
        <a:p>
          <a:pPr marL="0" lvl="0" indent="0" algn="l" defTabSz="2578100">
            <a:lnSpc>
              <a:spcPct val="90000"/>
            </a:lnSpc>
            <a:spcBef>
              <a:spcPct val="0"/>
            </a:spcBef>
            <a:spcAft>
              <a:spcPct val="35000"/>
            </a:spcAft>
            <a:buNone/>
          </a:pPr>
          <a:r>
            <a:rPr lang="en-US" sz="5800" kern="1200"/>
            <a:t>Anthony Bunu</a:t>
          </a:r>
        </a:p>
      </dsp:txBody>
      <dsp:txXfrm>
        <a:off x="67909" y="541133"/>
        <a:ext cx="4864306" cy="1255312"/>
      </dsp:txXfrm>
    </dsp:sp>
    <dsp:sp modelId="{A42B927A-FE17-4347-A23C-724DE8C3021D}">
      <dsp:nvSpPr>
        <dsp:cNvPr id="0" name=""/>
        <dsp:cNvSpPr/>
      </dsp:nvSpPr>
      <dsp:spPr>
        <a:xfrm>
          <a:off x="0" y="2031395"/>
          <a:ext cx="5000124" cy="1391130"/>
        </a:xfrm>
        <a:prstGeom prst="roundRect">
          <a:avLst/>
        </a:prstGeom>
        <a:gradFill rotWithShape="0">
          <a:gsLst>
            <a:gs pos="0">
              <a:schemeClr val="accent5">
                <a:hueOff val="-4966938"/>
                <a:satOff val="19906"/>
                <a:lumOff val="4314"/>
                <a:alphaOff val="0"/>
                <a:tint val="100000"/>
                <a:shade val="100000"/>
                <a:satMod val="130000"/>
              </a:schemeClr>
            </a:gs>
            <a:gs pos="100000">
              <a:schemeClr val="accent5">
                <a:hueOff val="-4966938"/>
                <a:satOff val="19906"/>
                <a:lumOff val="431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0980" tIns="220980" rIns="220980" bIns="220980" numCol="1" spcCol="1270" anchor="ctr" anchorCtr="0">
          <a:noAutofit/>
        </a:bodyPr>
        <a:lstStyle/>
        <a:p>
          <a:pPr marL="0" lvl="0" indent="0" algn="l" defTabSz="2578100">
            <a:lnSpc>
              <a:spcPct val="90000"/>
            </a:lnSpc>
            <a:spcBef>
              <a:spcPct val="0"/>
            </a:spcBef>
            <a:spcAft>
              <a:spcPct val="35000"/>
            </a:spcAft>
            <a:buNone/>
          </a:pPr>
          <a:r>
            <a:rPr lang="en-US" sz="5800" kern="1200"/>
            <a:t>ST10273756</a:t>
          </a:r>
        </a:p>
      </dsp:txBody>
      <dsp:txXfrm>
        <a:off x="67909" y="2099304"/>
        <a:ext cx="4864306" cy="1255312"/>
      </dsp:txXfrm>
    </dsp:sp>
    <dsp:sp modelId="{35CF2B31-22C5-41B6-836C-7C658038711A}">
      <dsp:nvSpPr>
        <dsp:cNvPr id="0" name=""/>
        <dsp:cNvSpPr/>
      </dsp:nvSpPr>
      <dsp:spPr>
        <a:xfrm>
          <a:off x="0" y="3589565"/>
          <a:ext cx="5000124" cy="1391130"/>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0980" tIns="220980" rIns="220980" bIns="220980" numCol="1" spcCol="1270" anchor="ctr" anchorCtr="0">
          <a:noAutofit/>
        </a:bodyPr>
        <a:lstStyle/>
        <a:p>
          <a:pPr marL="0" lvl="0" indent="0" algn="l" defTabSz="2578100">
            <a:lnSpc>
              <a:spcPct val="90000"/>
            </a:lnSpc>
            <a:spcBef>
              <a:spcPct val="0"/>
            </a:spcBef>
            <a:spcAft>
              <a:spcPct val="35000"/>
            </a:spcAft>
            <a:buNone/>
          </a:pPr>
          <a:r>
            <a:rPr lang="en-US" sz="5800" kern="1200"/>
            <a:t>Group 1</a:t>
          </a:r>
        </a:p>
      </dsp:txBody>
      <dsp:txXfrm>
        <a:off x="67909" y="3657474"/>
        <a:ext cx="4864306" cy="12553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E756CC-7D13-47AA-AD57-F2DDC5DB5BF5}">
      <dsp:nvSpPr>
        <dsp:cNvPr id="0" name=""/>
        <dsp:cNvSpPr/>
      </dsp:nvSpPr>
      <dsp:spPr>
        <a:xfrm>
          <a:off x="145153" y="800636"/>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EFA723-8DB3-4C0B-B709-9358E881D31B}">
      <dsp:nvSpPr>
        <dsp:cNvPr id="0" name=""/>
        <dsp:cNvSpPr/>
      </dsp:nvSpPr>
      <dsp:spPr>
        <a:xfrm>
          <a:off x="356344" y="1011827"/>
          <a:ext cx="583288" cy="5832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1C981A7-2E0C-4F78-8A90-B297832C3824}">
      <dsp:nvSpPr>
        <dsp:cNvPr id="0" name=""/>
        <dsp:cNvSpPr/>
      </dsp:nvSpPr>
      <dsp:spPr>
        <a:xfrm>
          <a:off x="1366323" y="800636"/>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a:t>We built this using </a:t>
          </a:r>
          <a:r>
            <a:rPr lang="en-US" sz="1300" b="1" kern="1200">
              <a:hlinkClick xmlns:r="http://schemas.openxmlformats.org/officeDocument/2006/relationships" r:id="rId3"/>
            </a:rPr>
            <a:t>ASP.NET</a:t>
          </a:r>
          <a:r>
            <a:rPr lang="en-US" sz="1300" b="1" kern="1200"/>
            <a:t> Core MVC</a:t>
          </a:r>
          <a:r>
            <a:rPr lang="en-US" sz="1300" kern="1200"/>
            <a:t> pattern - this separates the database models, business logic in controllers, and user interface in views"</a:t>
          </a:r>
        </a:p>
      </dsp:txBody>
      <dsp:txXfrm>
        <a:off x="1366323" y="800636"/>
        <a:ext cx="2370505" cy="1005669"/>
      </dsp:txXfrm>
    </dsp:sp>
    <dsp:sp modelId="{444E4B5C-EB5A-4419-9775-2AD0668D7EC3}">
      <dsp:nvSpPr>
        <dsp:cNvPr id="0" name=""/>
        <dsp:cNvSpPr/>
      </dsp:nvSpPr>
      <dsp:spPr>
        <a:xfrm>
          <a:off x="4149871" y="800636"/>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401191-B09C-4951-9B89-288817F6A54F}">
      <dsp:nvSpPr>
        <dsp:cNvPr id="0" name=""/>
        <dsp:cNvSpPr/>
      </dsp:nvSpPr>
      <dsp:spPr>
        <a:xfrm>
          <a:off x="4361061" y="1011827"/>
          <a:ext cx="583288" cy="583288"/>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F68E477-4D84-49E9-8B13-22AA599F79F7}">
      <dsp:nvSpPr>
        <dsp:cNvPr id="0" name=""/>
        <dsp:cNvSpPr/>
      </dsp:nvSpPr>
      <dsp:spPr>
        <a:xfrm>
          <a:off x="5371040" y="800636"/>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b="1" kern="1200"/>
            <a:t>Why MVC?</a:t>
          </a:r>
          <a:r>
            <a:rPr lang="en-US" sz="1300" kern="1200"/>
            <a:t> It makes the code organized and maintainable - if we need to change the database, we don't have to touch the user interface</a:t>
          </a:r>
        </a:p>
      </dsp:txBody>
      <dsp:txXfrm>
        <a:off x="5371040" y="800636"/>
        <a:ext cx="2370505" cy="1005669"/>
      </dsp:txXfrm>
    </dsp:sp>
    <dsp:sp modelId="{22DB518B-C3D2-4570-ACB9-172B7482ACCE}">
      <dsp:nvSpPr>
        <dsp:cNvPr id="0" name=""/>
        <dsp:cNvSpPr/>
      </dsp:nvSpPr>
      <dsp:spPr>
        <a:xfrm>
          <a:off x="145153" y="2546238"/>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1B31BF-1106-404E-B2FC-0182D8FC15B7}">
      <dsp:nvSpPr>
        <dsp:cNvPr id="0" name=""/>
        <dsp:cNvSpPr/>
      </dsp:nvSpPr>
      <dsp:spPr>
        <a:xfrm>
          <a:off x="356344" y="2757428"/>
          <a:ext cx="583288" cy="583288"/>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84F2B60-885D-4FBF-8BA6-227A3E99F1A6}">
      <dsp:nvSpPr>
        <dsp:cNvPr id="0" name=""/>
        <dsp:cNvSpPr/>
      </dsp:nvSpPr>
      <dsp:spPr>
        <a:xfrm>
          <a:off x="1366323" y="2546238"/>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b="1" kern="1200"/>
            <a:t>Session-based authentication</a:t>
          </a:r>
          <a:r>
            <a:rPr lang="en-US" sz="1300" kern="1200"/>
            <a:t> means when users login, we store their role and ID in temporary server memory  this controls what they can see and do</a:t>
          </a:r>
        </a:p>
      </dsp:txBody>
      <dsp:txXfrm>
        <a:off x="1366323" y="2546238"/>
        <a:ext cx="2370505" cy="1005669"/>
      </dsp:txXfrm>
    </dsp:sp>
    <dsp:sp modelId="{211DB3BF-A8DF-478C-A776-D2AFB7A9D6C4}">
      <dsp:nvSpPr>
        <dsp:cNvPr id="0" name=""/>
        <dsp:cNvSpPr/>
      </dsp:nvSpPr>
      <dsp:spPr>
        <a:xfrm>
          <a:off x="4149871" y="2546238"/>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80F5A3-CF34-4568-91D4-26C5AB7500CE}">
      <dsp:nvSpPr>
        <dsp:cNvPr id="0" name=""/>
        <dsp:cNvSpPr/>
      </dsp:nvSpPr>
      <dsp:spPr>
        <a:xfrm>
          <a:off x="4361061" y="2757428"/>
          <a:ext cx="583288" cy="583288"/>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522037-F40F-4F82-805E-E093B83A0F36}">
      <dsp:nvSpPr>
        <dsp:cNvPr id="0" name=""/>
        <dsp:cNvSpPr/>
      </dsp:nvSpPr>
      <dsp:spPr>
        <a:xfrm>
          <a:off x="5371040" y="2546238"/>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b="1" kern="1200"/>
            <a:t>Micro APIs</a:t>
          </a:r>
          <a:r>
            <a:rPr lang="en-US" sz="1300" kern="1200"/>
            <a:t> are small, focused services that handle specific tasks like calculations - this makes the system more reliable</a:t>
          </a:r>
        </a:p>
      </dsp:txBody>
      <dsp:txXfrm>
        <a:off x="5371040" y="2546238"/>
        <a:ext cx="2370505" cy="10056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B6E5D9-C935-48A7-BECD-9CDAA6EFB58C}">
      <dsp:nvSpPr>
        <dsp:cNvPr id="0" name=""/>
        <dsp:cNvSpPr/>
      </dsp:nvSpPr>
      <dsp:spPr>
        <a:xfrm>
          <a:off x="341781" y="1065148"/>
          <a:ext cx="1062615" cy="10626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365B6F-7520-4765-AB8E-8F20A1C8AA17}">
      <dsp:nvSpPr>
        <dsp:cNvPr id="0" name=""/>
        <dsp:cNvSpPr/>
      </dsp:nvSpPr>
      <dsp:spPr>
        <a:xfrm>
          <a:off x="568240" y="1291607"/>
          <a:ext cx="609697" cy="6096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D25B670-C0C5-4EB0-9536-A02ECDE63AB1}">
      <dsp:nvSpPr>
        <dsp:cNvPr id="0" name=""/>
        <dsp:cNvSpPr/>
      </dsp:nvSpPr>
      <dsp:spPr>
        <a:xfrm>
          <a:off x="2092" y="2458742"/>
          <a:ext cx="1741992" cy="8274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We have two main tables: </a:t>
          </a:r>
          <a:r>
            <a:rPr lang="en-US" sz="1100" b="1" kern="1200"/>
            <a:t>Users</a:t>
          </a:r>
          <a:r>
            <a:rPr lang="en-US" sz="1100" kern="1200"/>
            <a:t> and </a:t>
          </a:r>
          <a:r>
            <a:rPr lang="en-US" sz="1100" b="1" kern="1200"/>
            <a:t>Claims</a:t>
          </a:r>
          <a:endParaRPr lang="en-US" sz="1100" kern="1200" dirty="0"/>
        </a:p>
      </dsp:txBody>
      <dsp:txXfrm>
        <a:off x="2092" y="2458742"/>
        <a:ext cx="1741992" cy="827446"/>
      </dsp:txXfrm>
    </dsp:sp>
    <dsp:sp modelId="{B93E4744-407E-4C46-84EE-7315E8553662}">
      <dsp:nvSpPr>
        <dsp:cNvPr id="0" name=""/>
        <dsp:cNvSpPr/>
      </dsp:nvSpPr>
      <dsp:spPr>
        <a:xfrm>
          <a:off x="2388621" y="1065148"/>
          <a:ext cx="1062615" cy="10626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4C47A1-BF28-4430-A87C-4239521C1127}">
      <dsp:nvSpPr>
        <dsp:cNvPr id="0" name=""/>
        <dsp:cNvSpPr/>
      </dsp:nvSpPr>
      <dsp:spPr>
        <a:xfrm>
          <a:off x="2615080" y="1291607"/>
          <a:ext cx="609697" cy="6096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40B0509-9E14-4E60-99D0-0C787186B440}">
      <dsp:nvSpPr>
        <dsp:cNvPr id="0" name=""/>
        <dsp:cNvSpPr/>
      </dsp:nvSpPr>
      <dsp:spPr>
        <a:xfrm>
          <a:off x="2048933" y="2458742"/>
          <a:ext cx="1741992" cy="8274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he </a:t>
          </a:r>
          <a:r>
            <a:rPr lang="en-US" sz="1100" b="1" kern="1200"/>
            <a:t>Users table</a:t>
          </a:r>
          <a:r>
            <a:rPr lang="en-US" sz="1100" kern="1200"/>
            <a:t> stores: Employee ID, Name, Role, and importantly for lecturers - their </a:t>
          </a:r>
          <a:r>
            <a:rPr lang="en-US" sz="1100" b="1" kern="1200"/>
            <a:t>Hourly Rate</a:t>
          </a:r>
          <a:r>
            <a:rPr lang="en-US" sz="1100" kern="1200"/>
            <a:t> set by HR</a:t>
          </a:r>
          <a:endParaRPr lang="en-US" sz="1100" kern="1200" dirty="0"/>
        </a:p>
      </dsp:txBody>
      <dsp:txXfrm>
        <a:off x="2048933" y="2458742"/>
        <a:ext cx="1741992" cy="827446"/>
      </dsp:txXfrm>
    </dsp:sp>
    <dsp:sp modelId="{E359C0EE-9828-47EC-9780-AE3BF2D35A52}">
      <dsp:nvSpPr>
        <dsp:cNvPr id="0" name=""/>
        <dsp:cNvSpPr/>
      </dsp:nvSpPr>
      <dsp:spPr>
        <a:xfrm>
          <a:off x="4435462" y="1065148"/>
          <a:ext cx="1062615" cy="106261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9A3ED3-5D9F-4CD5-AA2B-8DE0954AD224}">
      <dsp:nvSpPr>
        <dsp:cNvPr id="0" name=""/>
        <dsp:cNvSpPr/>
      </dsp:nvSpPr>
      <dsp:spPr>
        <a:xfrm>
          <a:off x="4661921" y="1291607"/>
          <a:ext cx="609697" cy="6096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C1A0F96-B69E-4CD0-84D0-F1E02012055E}">
      <dsp:nvSpPr>
        <dsp:cNvPr id="0" name=""/>
        <dsp:cNvSpPr/>
      </dsp:nvSpPr>
      <dsp:spPr>
        <a:xfrm>
          <a:off x="4095774" y="2458742"/>
          <a:ext cx="1741992" cy="8274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The </a:t>
          </a:r>
          <a:r>
            <a:rPr lang="en-US" sz="1100" b="1" kern="1200"/>
            <a:t>Claims table</a:t>
          </a:r>
          <a:r>
            <a:rPr lang="en-US" sz="1100" kern="1200"/>
            <a:t> stores: Hours worked, submission dates, status, and links back to which lecturer submitted it</a:t>
          </a:r>
          <a:endParaRPr lang="en-US" sz="1100" kern="1200" dirty="0"/>
        </a:p>
      </dsp:txBody>
      <dsp:txXfrm>
        <a:off x="4095774" y="2458742"/>
        <a:ext cx="1741992" cy="827446"/>
      </dsp:txXfrm>
    </dsp:sp>
    <dsp:sp modelId="{218DE683-16EB-4F3F-989D-087412E0DB5D}">
      <dsp:nvSpPr>
        <dsp:cNvPr id="0" name=""/>
        <dsp:cNvSpPr/>
      </dsp:nvSpPr>
      <dsp:spPr>
        <a:xfrm>
          <a:off x="6482303" y="1065148"/>
          <a:ext cx="1062615" cy="106261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0BC70F-565D-445D-B186-7AB23DD5674C}">
      <dsp:nvSpPr>
        <dsp:cNvPr id="0" name=""/>
        <dsp:cNvSpPr/>
      </dsp:nvSpPr>
      <dsp:spPr>
        <a:xfrm>
          <a:off x="6708762" y="1291607"/>
          <a:ext cx="609697" cy="6096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447842A-9F2B-44FE-8E87-BC8A84F1E038}">
      <dsp:nvSpPr>
        <dsp:cNvPr id="0" name=""/>
        <dsp:cNvSpPr/>
      </dsp:nvSpPr>
      <dsp:spPr>
        <a:xfrm>
          <a:off x="6142615" y="2458742"/>
          <a:ext cx="1741992" cy="8274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This relationship means each lecturer can have multiple claims, but each claim belongs to one lecturer</a:t>
          </a:r>
        </a:p>
      </dsp:txBody>
      <dsp:txXfrm>
        <a:off x="6142615" y="2458742"/>
        <a:ext cx="1741992" cy="8274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CE67C-05A5-4958-92A3-7A939D9FD31E}">
      <dsp:nvSpPr>
        <dsp:cNvPr id="0" name=""/>
        <dsp:cNvSpPr/>
      </dsp:nvSpPr>
      <dsp:spPr>
        <a:xfrm>
          <a:off x="481140" y="1305221"/>
          <a:ext cx="783896" cy="7838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0B5518-9F06-4BD4-8887-B3E75A739FA4}">
      <dsp:nvSpPr>
        <dsp:cNvPr id="0" name=""/>
        <dsp:cNvSpPr/>
      </dsp:nvSpPr>
      <dsp:spPr>
        <a:xfrm>
          <a:off x="2092" y="2350525"/>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b="0" i="0" kern="1200" dirty="0"/>
            <a:t>Instead of using built-in Identity system, we implement </a:t>
          </a:r>
          <a:r>
            <a:rPr lang="en-US" sz="1200" b="1" i="0" kern="1200" dirty="0"/>
            <a:t>custom session authentication</a:t>
          </a:r>
          <a:r>
            <a:rPr lang="en-US" sz="1200" b="0" i="0" kern="1200" dirty="0"/>
            <a:t> as required</a:t>
          </a:r>
          <a:endParaRPr lang="en-US" sz="1200" kern="1200" dirty="0"/>
        </a:p>
      </dsp:txBody>
      <dsp:txXfrm>
        <a:off x="2092" y="2350525"/>
        <a:ext cx="1741992" cy="696796"/>
      </dsp:txXfrm>
    </dsp:sp>
    <dsp:sp modelId="{83FDB99A-80E3-48A3-9113-8BBD3F188800}">
      <dsp:nvSpPr>
        <dsp:cNvPr id="0" name=""/>
        <dsp:cNvSpPr/>
      </dsp:nvSpPr>
      <dsp:spPr>
        <a:xfrm>
          <a:off x="2527981" y="1305221"/>
          <a:ext cx="783896" cy="7838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13941B5-869E-4EDF-9239-2DF838AD7F28}">
      <dsp:nvSpPr>
        <dsp:cNvPr id="0" name=""/>
        <dsp:cNvSpPr/>
      </dsp:nvSpPr>
      <dsp:spPr>
        <a:xfrm>
          <a:off x="2048933" y="2350525"/>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b="0" i="0" kern="1200" dirty="0"/>
            <a:t>When users login, we store in session: User ID, Role, </a:t>
          </a:r>
          <a:r>
            <a:rPr lang="en-US" sz="1200" b="0" i="0" kern="1200" dirty="0" err="1"/>
            <a:t>Namethis</a:t>
          </a:r>
          <a:r>
            <a:rPr lang="en-US" sz="1200" b="0" i="0" kern="1200" dirty="0"/>
            <a:t> acts like a security pass</a:t>
          </a:r>
          <a:r>
            <a:rPr lang="en-US" sz="1200" kern="1200" dirty="0"/>
            <a:t>.</a:t>
          </a:r>
        </a:p>
      </dsp:txBody>
      <dsp:txXfrm>
        <a:off x="2048933" y="2350525"/>
        <a:ext cx="1741992" cy="696796"/>
      </dsp:txXfrm>
    </dsp:sp>
    <dsp:sp modelId="{FF624C55-0593-47FD-94A1-E32307364104}">
      <dsp:nvSpPr>
        <dsp:cNvPr id="0" name=""/>
        <dsp:cNvSpPr/>
      </dsp:nvSpPr>
      <dsp:spPr>
        <a:xfrm>
          <a:off x="4574822" y="1305221"/>
          <a:ext cx="783896" cy="7838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22BDB86-5C0D-4BC2-AA05-126A7A6D0DDE}">
      <dsp:nvSpPr>
        <dsp:cNvPr id="0" name=""/>
        <dsp:cNvSpPr/>
      </dsp:nvSpPr>
      <dsp:spPr>
        <a:xfrm>
          <a:off x="4095774" y="2350525"/>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b="0" i="0" kern="1200"/>
            <a:t>Every time a user tries to access a page, we check their session role first</a:t>
          </a:r>
          <a:r>
            <a:rPr lang="en-US" sz="1200" kern="1200"/>
            <a:t>.</a:t>
          </a:r>
        </a:p>
      </dsp:txBody>
      <dsp:txXfrm>
        <a:off x="4095774" y="2350525"/>
        <a:ext cx="1741992" cy="696796"/>
      </dsp:txXfrm>
    </dsp:sp>
    <dsp:sp modelId="{475A21DC-0BEA-4837-8642-02D89E9EB8A9}">
      <dsp:nvSpPr>
        <dsp:cNvPr id="0" name=""/>
        <dsp:cNvSpPr/>
      </dsp:nvSpPr>
      <dsp:spPr>
        <a:xfrm>
          <a:off x="6621662" y="1305221"/>
          <a:ext cx="783896" cy="78389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60C6BB8-BD08-4AC4-9A45-77933A7A5329}">
      <dsp:nvSpPr>
        <dsp:cNvPr id="0" name=""/>
        <dsp:cNvSpPr/>
      </dsp:nvSpPr>
      <dsp:spPr>
        <a:xfrm>
          <a:off x="6142615" y="2350525"/>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b="0" i="0" kern="1200" dirty="0"/>
            <a:t>If a lecturer tries to access HR pages, the system immediately blocks them and redirects to login</a:t>
          </a:r>
          <a:endParaRPr lang="en-US" sz="1200" kern="1200" dirty="0"/>
        </a:p>
      </dsp:txBody>
      <dsp:txXfrm>
        <a:off x="6142615" y="2350525"/>
        <a:ext cx="1741992" cy="6967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E2252E-5CF7-4825-AB45-3CB97748ACBD}">
      <dsp:nvSpPr>
        <dsp:cNvPr id="0" name=""/>
        <dsp:cNvSpPr/>
      </dsp:nvSpPr>
      <dsp:spPr>
        <a:xfrm>
          <a:off x="145153" y="800136"/>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BF2179-6A48-4809-A063-3305EC969A70}">
      <dsp:nvSpPr>
        <dsp:cNvPr id="0" name=""/>
        <dsp:cNvSpPr/>
      </dsp:nvSpPr>
      <dsp:spPr>
        <a:xfrm>
          <a:off x="356344" y="1011326"/>
          <a:ext cx="583288" cy="5832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6E99EAB-4B21-4818-9850-8520E925367B}">
      <dsp:nvSpPr>
        <dsp:cNvPr id="0" name=""/>
        <dsp:cNvSpPr/>
      </dsp:nvSpPr>
      <dsp:spPr>
        <a:xfrm>
          <a:off x="1366323" y="800136"/>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pPr>
          <a:r>
            <a:rPr lang="en-US" sz="2200" kern="1200"/>
            <a:t>Hourly rate locked by HR for security.</a:t>
          </a:r>
        </a:p>
      </dsp:txBody>
      <dsp:txXfrm>
        <a:off x="1366323" y="800136"/>
        <a:ext cx="2370505" cy="1005669"/>
      </dsp:txXfrm>
    </dsp:sp>
    <dsp:sp modelId="{2A98E157-0B6B-4CFB-B7F6-8F5B608CD101}">
      <dsp:nvSpPr>
        <dsp:cNvPr id="0" name=""/>
        <dsp:cNvSpPr/>
      </dsp:nvSpPr>
      <dsp:spPr>
        <a:xfrm>
          <a:off x="4149871" y="800136"/>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E83B37-81B4-4251-873C-66D8A91311FB}">
      <dsp:nvSpPr>
        <dsp:cNvPr id="0" name=""/>
        <dsp:cNvSpPr/>
      </dsp:nvSpPr>
      <dsp:spPr>
        <a:xfrm>
          <a:off x="4361061" y="1011326"/>
          <a:ext cx="583288" cy="5832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13BA591-C732-4179-B4C1-0265A8E1D0A2}">
      <dsp:nvSpPr>
        <dsp:cNvPr id="0" name=""/>
        <dsp:cNvSpPr/>
      </dsp:nvSpPr>
      <dsp:spPr>
        <a:xfrm>
          <a:off x="5371040" y="800136"/>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pPr>
          <a:r>
            <a:rPr lang="en-US" sz="2200" kern="1200"/>
            <a:t>Real-time jQuery calculations update totals instantly.</a:t>
          </a:r>
        </a:p>
      </dsp:txBody>
      <dsp:txXfrm>
        <a:off x="5371040" y="800136"/>
        <a:ext cx="2370505" cy="1005669"/>
      </dsp:txXfrm>
    </dsp:sp>
    <dsp:sp modelId="{A39E304D-61DD-4AB9-B262-5B3059D216B9}">
      <dsp:nvSpPr>
        <dsp:cNvPr id="0" name=""/>
        <dsp:cNvSpPr/>
      </dsp:nvSpPr>
      <dsp:spPr>
        <a:xfrm>
          <a:off x="145153" y="2545532"/>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F9346E-1785-4C42-87D5-166A88D5EE73}">
      <dsp:nvSpPr>
        <dsp:cNvPr id="0" name=""/>
        <dsp:cNvSpPr/>
      </dsp:nvSpPr>
      <dsp:spPr>
        <a:xfrm>
          <a:off x="356344" y="2756723"/>
          <a:ext cx="583288" cy="5832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7BBF3B6-8820-444C-B1A6-50FBCB3D08FA}">
      <dsp:nvSpPr>
        <dsp:cNvPr id="0" name=""/>
        <dsp:cNvSpPr/>
      </dsp:nvSpPr>
      <dsp:spPr>
        <a:xfrm>
          <a:off x="1366323" y="2545532"/>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pPr>
          <a:r>
            <a:rPr lang="en-US" sz="2200" kern="1200"/>
            <a:t>Client-side validation enforces valid hour ranges.</a:t>
          </a:r>
        </a:p>
      </dsp:txBody>
      <dsp:txXfrm>
        <a:off x="1366323" y="2545532"/>
        <a:ext cx="2370505" cy="1005669"/>
      </dsp:txXfrm>
    </dsp:sp>
    <dsp:sp modelId="{828CE3EA-6F0A-44E2-A35C-0B63A5B1DC7D}">
      <dsp:nvSpPr>
        <dsp:cNvPr id="0" name=""/>
        <dsp:cNvSpPr/>
      </dsp:nvSpPr>
      <dsp:spPr>
        <a:xfrm>
          <a:off x="4149871" y="2545532"/>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DD5949-A563-451D-ACB3-A5D84CEB21C8}">
      <dsp:nvSpPr>
        <dsp:cNvPr id="0" name=""/>
        <dsp:cNvSpPr/>
      </dsp:nvSpPr>
      <dsp:spPr>
        <a:xfrm>
          <a:off x="4361061" y="2756723"/>
          <a:ext cx="583288" cy="58328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92D4D32-0B6F-450E-AA10-01BBEE923BC9}">
      <dsp:nvSpPr>
        <dsp:cNvPr id="0" name=""/>
        <dsp:cNvSpPr/>
      </dsp:nvSpPr>
      <dsp:spPr>
        <a:xfrm>
          <a:off x="5371040" y="2545532"/>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pPr>
          <a:r>
            <a:rPr lang="en-US" sz="2200" kern="1200"/>
            <a:t>Uploaded files stored securely with unique filenames.</a:t>
          </a:r>
        </a:p>
      </dsp:txBody>
      <dsp:txXfrm>
        <a:off x="5371040" y="2545532"/>
        <a:ext cx="2370505" cy="100566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2D0F81-2611-4D1B-A735-A31D4541B5FB}">
      <dsp:nvSpPr>
        <dsp:cNvPr id="0" name=""/>
        <dsp:cNvSpPr/>
      </dsp:nvSpPr>
      <dsp:spPr>
        <a:xfrm>
          <a:off x="341781" y="1130473"/>
          <a:ext cx="1062615" cy="10626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2EF128-EEEB-4A31-B634-8D25F7DF1723}">
      <dsp:nvSpPr>
        <dsp:cNvPr id="0" name=""/>
        <dsp:cNvSpPr/>
      </dsp:nvSpPr>
      <dsp:spPr>
        <a:xfrm>
          <a:off x="568240" y="1356932"/>
          <a:ext cx="609697" cy="6096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7DBEB46-4CA5-41DB-9608-B72E0FDC91B8}">
      <dsp:nvSpPr>
        <dsp:cNvPr id="0" name=""/>
        <dsp:cNvSpPr/>
      </dsp:nvSpPr>
      <dsp:spPr>
        <a:xfrm>
          <a:off x="2092"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Coordinators see only pending claims.</a:t>
          </a:r>
        </a:p>
      </dsp:txBody>
      <dsp:txXfrm>
        <a:off x="2092" y="2524067"/>
        <a:ext cx="1741992" cy="696796"/>
      </dsp:txXfrm>
    </dsp:sp>
    <dsp:sp modelId="{118A31BE-EB03-472B-9B6F-9F6D0FC9B41F}">
      <dsp:nvSpPr>
        <dsp:cNvPr id="0" name=""/>
        <dsp:cNvSpPr/>
      </dsp:nvSpPr>
      <dsp:spPr>
        <a:xfrm>
          <a:off x="2388621" y="1130473"/>
          <a:ext cx="1062615" cy="10626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C770E8-3C67-40D1-AD33-BB6697E8A69E}">
      <dsp:nvSpPr>
        <dsp:cNvPr id="0" name=""/>
        <dsp:cNvSpPr/>
      </dsp:nvSpPr>
      <dsp:spPr>
        <a:xfrm>
          <a:off x="2615080" y="1356932"/>
          <a:ext cx="609697" cy="6096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0FC76E1-7CAB-4EFB-8597-8A55A401E6F7}">
      <dsp:nvSpPr>
        <dsp:cNvPr id="0" name=""/>
        <dsp:cNvSpPr/>
      </dsp:nvSpPr>
      <dsp:spPr>
        <a:xfrm>
          <a:off x="2048933"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One-click approval updates database safely.</a:t>
          </a:r>
        </a:p>
      </dsp:txBody>
      <dsp:txXfrm>
        <a:off x="2048933" y="2524067"/>
        <a:ext cx="1741992" cy="696796"/>
      </dsp:txXfrm>
    </dsp:sp>
    <dsp:sp modelId="{7E1EE269-66F6-4FC1-863F-68A866CD1A70}">
      <dsp:nvSpPr>
        <dsp:cNvPr id="0" name=""/>
        <dsp:cNvSpPr/>
      </dsp:nvSpPr>
      <dsp:spPr>
        <a:xfrm>
          <a:off x="4435462" y="1130473"/>
          <a:ext cx="1062615" cy="106261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3625CF-A6C9-4079-BF9A-26C7ABC76BAB}">
      <dsp:nvSpPr>
        <dsp:cNvPr id="0" name=""/>
        <dsp:cNvSpPr/>
      </dsp:nvSpPr>
      <dsp:spPr>
        <a:xfrm>
          <a:off x="4661921" y="1356932"/>
          <a:ext cx="609697" cy="6096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8AD980F-5A6F-4690-B6DE-DE570EE1FDAA}">
      <dsp:nvSpPr>
        <dsp:cNvPr id="0" name=""/>
        <dsp:cNvSpPr/>
      </dsp:nvSpPr>
      <dsp:spPr>
        <a:xfrm>
          <a:off x="4095774"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Managers view all departmental claims.</a:t>
          </a:r>
        </a:p>
      </dsp:txBody>
      <dsp:txXfrm>
        <a:off x="4095774" y="2524067"/>
        <a:ext cx="1741992" cy="696796"/>
      </dsp:txXfrm>
    </dsp:sp>
    <dsp:sp modelId="{24AE6435-7FD7-4376-B7FA-CA158448751B}">
      <dsp:nvSpPr>
        <dsp:cNvPr id="0" name=""/>
        <dsp:cNvSpPr/>
      </dsp:nvSpPr>
      <dsp:spPr>
        <a:xfrm>
          <a:off x="6482303" y="1130473"/>
          <a:ext cx="1062615" cy="106261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BB6C15-E627-4DA3-80A5-C4B6F0C7944B}">
      <dsp:nvSpPr>
        <dsp:cNvPr id="0" name=""/>
        <dsp:cNvSpPr/>
      </dsp:nvSpPr>
      <dsp:spPr>
        <a:xfrm>
          <a:off x="6708762" y="1356932"/>
          <a:ext cx="609697" cy="6096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E6EBB40-B0BC-4E96-8767-3D5F4AEB3E75}">
      <dsp:nvSpPr>
        <dsp:cNvPr id="0" name=""/>
        <dsp:cNvSpPr/>
      </dsp:nvSpPr>
      <dsp:spPr>
        <a:xfrm>
          <a:off x="6142615"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Entity Framework ensures secure data updates.</a:t>
          </a:r>
        </a:p>
      </dsp:txBody>
      <dsp:txXfrm>
        <a:off x="6142615" y="2524067"/>
        <a:ext cx="1741992" cy="69679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852542-4AF0-4F9F-AE1E-1C75020E3260}">
      <dsp:nvSpPr>
        <dsp:cNvPr id="0" name=""/>
        <dsp:cNvSpPr/>
      </dsp:nvSpPr>
      <dsp:spPr>
        <a:xfrm>
          <a:off x="341781" y="1130473"/>
          <a:ext cx="1062615" cy="1062615"/>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1BEEF4-BCDD-44EE-8B2E-F74DF62B6E91}">
      <dsp:nvSpPr>
        <dsp:cNvPr id="0" name=""/>
        <dsp:cNvSpPr/>
      </dsp:nvSpPr>
      <dsp:spPr>
        <a:xfrm>
          <a:off x="568240" y="1356932"/>
          <a:ext cx="609697" cy="6096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18E4A2-12B5-4E5F-82BC-13E3A376BD90}">
      <dsp:nvSpPr>
        <dsp:cNvPr id="0" name=""/>
        <dsp:cNvSpPr/>
      </dsp:nvSpPr>
      <dsp:spPr>
        <a:xfrm>
          <a:off x="2092"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HR creates and manages all user accounts.</a:t>
          </a:r>
        </a:p>
      </dsp:txBody>
      <dsp:txXfrm>
        <a:off x="2092" y="2524067"/>
        <a:ext cx="1741992" cy="696796"/>
      </dsp:txXfrm>
    </dsp:sp>
    <dsp:sp modelId="{D21B97B4-2057-498A-AB4B-730A965BCBA4}">
      <dsp:nvSpPr>
        <dsp:cNvPr id="0" name=""/>
        <dsp:cNvSpPr/>
      </dsp:nvSpPr>
      <dsp:spPr>
        <a:xfrm>
          <a:off x="2388621" y="1130473"/>
          <a:ext cx="1062615" cy="1062615"/>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923A69-1DDC-46E2-A0E7-176E3DC8C703}">
      <dsp:nvSpPr>
        <dsp:cNvPr id="0" name=""/>
        <dsp:cNvSpPr/>
      </dsp:nvSpPr>
      <dsp:spPr>
        <a:xfrm>
          <a:off x="2615080" y="1356932"/>
          <a:ext cx="609697" cy="6096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745A460-BA4F-4138-BCD8-57064124AF17}">
      <dsp:nvSpPr>
        <dsp:cNvPr id="0" name=""/>
        <dsp:cNvSpPr/>
      </dsp:nvSpPr>
      <dsp:spPr>
        <a:xfrm>
          <a:off x="2048933"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Sets lecturer rates during account creation.</a:t>
          </a:r>
        </a:p>
      </dsp:txBody>
      <dsp:txXfrm>
        <a:off x="2048933" y="2524067"/>
        <a:ext cx="1741992" cy="696796"/>
      </dsp:txXfrm>
    </dsp:sp>
    <dsp:sp modelId="{997188DD-1A18-4669-9BCE-387129A0FA97}">
      <dsp:nvSpPr>
        <dsp:cNvPr id="0" name=""/>
        <dsp:cNvSpPr/>
      </dsp:nvSpPr>
      <dsp:spPr>
        <a:xfrm>
          <a:off x="4435462" y="1130473"/>
          <a:ext cx="1062615" cy="1062615"/>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200A59-B0BF-4703-AABB-57DE1BE362EC}">
      <dsp:nvSpPr>
        <dsp:cNvPr id="0" name=""/>
        <dsp:cNvSpPr/>
      </dsp:nvSpPr>
      <dsp:spPr>
        <a:xfrm>
          <a:off x="4661921" y="1356932"/>
          <a:ext cx="609697" cy="6096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A92584-760A-41EC-91FF-E709FEF70441}">
      <dsp:nvSpPr>
        <dsp:cNvPr id="0" name=""/>
        <dsp:cNvSpPr/>
      </dsp:nvSpPr>
      <dsp:spPr>
        <a:xfrm>
          <a:off x="4095774"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Generates payment/approval reports.</a:t>
          </a:r>
        </a:p>
      </dsp:txBody>
      <dsp:txXfrm>
        <a:off x="4095774" y="2524067"/>
        <a:ext cx="1741992" cy="696796"/>
      </dsp:txXfrm>
    </dsp:sp>
    <dsp:sp modelId="{2973FC9E-88E3-478F-93EE-949E3036001A}">
      <dsp:nvSpPr>
        <dsp:cNvPr id="0" name=""/>
        <dsp:cNvSpPr/>
      </dsp:nvSpPr>
      <dsp:spPr>
        <a:xfrm>
          <a:off x="6482303" y="1130473"/>
          <a:ext cx="1062615" cy="1062615"/>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3AB81B-5245-4941-A864-5C08387B9BDF}">
      <dsp:nvSpPr>
        <dsp:cNvPr id="0" name=""/>
        <dsp:cNvSpPr/>
      </dsp:nvSpPr>
      <dsp:spPr>
        <a:xfrm>
          <a:off x="6708762" y="1356932"/>
          <a:ext cx="609697" cy="6096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4DEB02-2B45-49BC-903B-F9F19FA2AAE5}">
      <dsp:nvSpPr>
        <dsp:cNvPr id="0" name=""/>
        <dsp:cNvSpPr/>
      </dsp:nvSpPr>
      <dsp:spPr>
        <a:xfrm>
          <a:off x="6142615"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Full control over personal details and passwords.</a:t>
          </a:r>
        </a:p>
      </dsp:txBody>
      <dsp:txXfrm>
        <a:off x="6142615" y="2524067"/>
        <a:ext cx="1741992" cy="6967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9025D6-7F06-494E-8A8F-6FF70398E71F}">
      <dsp:nvSpPr>
        <dsp:cNvPr id="0" name=""/>
        <dsp:cNvSpPr/>
      </dsp:nvSpPr>
      <dsp:spPr>
        <a:xfrm>
          <a:off x="341781" y="1130473"/>
          <a:ext cx="1062615" cy="1062615"/>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D000B5-EF2B-4A76-8DA8-3E1590298BEE}">
      <dsp:nvSpPr>
        <dsp:cNvPr id="0" name=""/>
        <dsp:cNvSpPr/>
      </dsp:nvSpPr>
      <dsp:spPr>
        <a:xfrm>
          <a:off x="568240" y="1356932"/>
          <a:ext cx="609697" cy="6096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4F7326-58EA-45AC-A8E8-AC5AE37C3F73}">
      <dsp:nvSpPr>
        <dsp:cNvPr id="0" name=""/>
        <dsp:cNvSpPr/>
      </dsp:nvSpPr>
      <dsp:spPr>
        <a:xfrm>
          <a:off x="2092"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REST APIs automate calculations and filtering.</a:t>
          </a:r>
        </a:p>
      </dsp:txBody>
      <dsp:txXfrm>
        <a:off x="2092" y="2524067"/>
        <a:ext cx="1741992" cy="696796"/>
      </dsp:txXfrm>
    </dsp:sp>
    <dsp:sp modelId="{B5B7CCF7-E985-4CC7-B6AF-BA624B728FB3}">
      <dsp:nvSpPr>
        <dsp:cNvPr id="0" name=""/>
        <dsp:cNvSpPr/>
      </dsp:nvSpPr>
      <dsp:spPr>
        <a:xfrm>
          <a:off x="2388621" y="1130473"/>
          <a:ext cx="1062615" cy="1062615"/>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2C5173-1FAE-40C0-829D-27D3FFC2B8FC}">
      <dsp:nvSpPr>
        <dsp:cNvPr id="0" name=""/>
        <dsp:cNvSpPr/>
      </dsp:nvSpPr>
      <dsp:spPr>
        <a:xfrm>
          <a:off x="2615080" y="1356932"/>
          <a:ext cx="609697" cy="6096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692C73C-4AED-41E5-86CE-924D748E710B}">
      <dsp:nvSpPr>
        <dsp:cNvPr id="0" name=""/>
        <dsp:cNvSpPr/>
      </dsp:nvSpPr>
      <dsp:spPr>
        <a:xfrm>
          <a:off x="2048933"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Example: /calculate uses lecturer rate + hours.</a:t>
          </a:r>
        </a:p>
      </dsp:txBody>
      <dsp:txXfrm>
        <a:off x="2048933" y="2524067"/>
        <a:ext cx="1741992" cy="696796"/>
      </dsp:txXfrm>
    </dsp:sp>
    <dsp:sp modelId="{68830B8F-5E7B-47C8-99C3-610A56D325EE}">
      <dsp:nvSpPr>
        <dsp:cNvPr id="0" name=""/>
        <dsp:cNvSpPr/>
      </dsp:nvSpPr>
      <dsp:spPr>
        <a:xfrm>
          <a:off x="4435462" y="1130473"/>
          <a:ext cx="1062615" cy="1062615"/>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6A755B-A30A-4924-B737-F6D4E06006B4}">
      <dsp:nvSpPr>
        <dsp:cNvPr id="0" name=""/>
        <dsp:cNvSpPr/>
      </dsp:nvSpPr>
      <dsp:spPr>
        <a:xfrm>
          <a:off x="4661921" y="1356932"/>
          <a:ext cx="609697" cy="6096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910DF8-D920-4BF2-83E9-337A9A267027}">
      <dsp:nvSpPr>
        <dsp:cNvPr id="0" name=""/>
        <dsp:cNvSpPr/>
      </dsp:nvSpPr>
      <dsp:spPr>
        <a:xfrm>
          <a:off x="4095774"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Pending approvals provided through API.</a:t>
          </a:r>
        </a:p>
      </dsp:txBody>
      <dsp:txXfrm>
        <a:off x="4095774" y="2524067"/>
        <a:ext cx="1741992" cy="696796"/>
      </dsp:txXfrm>
    </dsp:sp>
    <dsp:sp modelId="{16EA7251-7D27-407B-BA0A-836C4A451C6E}">
      <dsp:nvSpPr>
        <dsp:cNvPr id="0" name=""/>
        <dsp:cNvSpPr/>
      </dsp:nvSpPr>
      <dsp:spPr>
        <a:xfrm>
          <a:off x="6482303" y="1130473"/>
          <a:ext cx="1062615" cy="1062615"/>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21383C-27F8-442D-A97B-E1394D65D9AD}">
      <dsp:nvSpPr>
        <dsp:cNvPr id="0" name=""/>
        <dsp:cNvSpPr/>
      </dsp:nvSpPr>
      <dsp:spPr>
        <a:xfrm>
          <a:off x="6708762" y="1356932"/>
          <a:ext cx="609697" cy="6096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49B9883-64B2-4C42-AE98-D0313B67D9DC}">
      <dsp:nvSpPr>
        <dsp:cNvPr id="0" name=""/>
        <dsp:cNvSpPr/>
      </dsp:nvSpPr>
      <dsp:spPr>
        <a:xfrm>
          <a:off x="6142615"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Swagger documents and tests all API routes.</a:t>
          </a:r>
        </a:p>
      </dsp:txBody>
      <dsp:txXfrm>
        <a:off x="6142615" y="2524067"/>
        <a:ext cx="1741992" cy="69679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2FD53B-FE68-4CA6-9DB2-C1B708AF6239}">
      <dsp:nvSpPr>
        <dsp:cNvPr id="0" name=""/>
        <dsp:cNvSpPr/>
      </dsp:nvSpPr>
      <dsp:spPr>
        <a:xfrm>
          <a:off x="0" y="711549"/>
          <a:ext cx="7886700" cy="6715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AJAX enables instant calculations (no page reload).</a:t>
          </a:r>
        </a:p>
      </dsp:txBody>
      <dsp:txXfrm>
        <a:off x="32784" y="744333"/>
        <a:ext cx="7821132" cy="606012"/>
      </dsp:txXfrm>
    </dsp:sp>
    <dsp:sp modelId="{AABE27E9-F439-4AB6-A2A3-C573F36B45C6}">
      <dsp:nvSpPr>
        <dsp:cNvPr id="0" name=""/>
        <dsp:cNvSpPr/>
      </dsp:nvSpPr>
      <dsp:spPr>
        <a:xfrm>
          <a:off x="0" y="1463769"/>
          <a:ext cx="7886700" cy="671580"/>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Lecturers see live status updates on approvals.</a:t>
          </a:r>
        </a:p>
      </dsp:txBody>
      <dsp:txXfrm>
        <a:off x="32784" y="1496553"/>
        <a:ext cx="7821132" cy="606012"/>
      </dsp:txXfrm>
    </dsp:sp>
    <dsp:sp modelId="{5C9085B5-9AD9-47F8-8302-26504F0347FA}">
      <dsp:nvSpPr>
        <dsp:cNvPr id="0" name=""/>
        <dsp:cNvSpPr/>
      </dsp:nvSpPr>
      <dsp:spPr>
        <a:xfrm>
          <a:off x="0" y="2215989"/>
          <a:ext cx="7886700" cy="671580"/>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Validation stops errors before reaching server.</a:t>
          </a:r>
        </a:p>
      </dsp:txBody>
      <dsp:txXfrm>
        <a:off x="32784" y="2248773"/>
        <a:ext cx="7821132" cy="606012"/>
      </dsp:txXfrm>
    </dsp:sp>
    <dsp:sp modelId="{75EBEB8A-50FE-41FC-B16B-A8F116CF6E87}">
      <dsp:nvSpPr>
        <dsp:cNvPr id="0" name=""/>
        <dsp:cNvSpPr/>
      </dsp:nvSpPr>
      <dsp:spPr>
        <a:xfrm>
          <a:off x="0" y="2968209"/>
          <a:ext cx="7886700" cy="67158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File preview shown before submission.</a:t>
          </a:r>
        </a:p>
      </dsp:txBody>
      <dsp:txXfrm>
        <a:off x="32784" y="3000993"/>
        <a:ext cx="7821132" cy="60601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6BCD9B-6461-463A-85BB-3B340C21CBF5}">
      <dsp:nvSpPr>
        <dsp:cNvPr id="0" name=""/>
        <dsp:cNvSpPr/>
      </dsp:nvSpPr>
      <dsp:spPr>
        <a:xfrm>
          <a:off x="341781" y="1130473"/>
          <a:ext cx="1062615" cy="1062615"/>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3F5003-F000-4F73-9A84-3CC7BD793B5A}">
      <dsp:nvSpPr>
        <dsp:cNvPr id="0" name=""/>
        <dsp:cNvSpPr/>
      </dsp:nvSpPr>
      <dsp:spPr>
        <a:xfrm>
          <a:off x="568240" y="1356932"/>
          <a:ext cx="609697" cy="6096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E2216A0-7D5A-4455-87ED-7C3212130BE5}">
      <dsp:nvSpPr>
        <dsp:cNvPr id="0" name=""/>
        <dsp:cNvSpPr/>
      </dsp:nvSpPr>
      <dsp:spPr>
        <a:xfrm>
          <a:off x="2092"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a:t>Session timeout improves security.</a:t>
          </a:r>
        </a:p>
      </dsp:txBody>
      <dsp:txXfrm>
        <a:off x="2092" y="2524067"/>
        <a:ext cx="1741992" cy="696796"/>
      </dsp:txXfrm>
    </dsp:sp>
    <dsp:sp modelId="{B1BAB635-7255-40A4-A1D9-D5F6609E5A4F}">
      <dsp:nvSpPr>
        <dsp:cNvPr id="0" name=""/>
        <dsp:cNvSpPr/>
      </dsp:nvSpPr>
      <dsp:spPr>
        <a:xfrm>
          <a:off x="2388621" y="1130473"/>
          <a:ext cx="1062615" cy="1062615"/>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BF9DF3-6A4C-4DEC-8632-F27BBE962EAF}">
      <dsp:nvSpPr>
        <dsp:cNvPr id="0" name=""/>
        <dsp:cNvSpPr/>
      </dsp:nvSpPr>
      <dsp:spPr>
        <a:xfrm>
          <a:off x="2615080" y="1356932"/>
          <a:ext cx="609697" cy="6096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15BDA12-8A15-4B07-8AED-B3C654EDDDC2}">
      <dsp:nvSpPr>
        <dsp:cNvPr id="0" name=""/>
        <dsp:cNvSpPr/>
      </dsp:nvSpPr>
      <dsp:spPr>
        <a:xfrm>
          <a:off x="2048933"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a:t>Database transactions prevent partial submissions.</a:t>
          </a:r>
        </a:p>
      </dsp:txBody>
      <dsp:txXfrm>
        <a:off x="2048933" y="2524067"/>
        <a:ext cx="1741992" cy="696796"/>
      </dsp:txXfrm>
    </dsp:sp>
    <dsp:sp modelId="{1DB3D413-D2FC-4C06-BE79-865AE0C59295}">
      <dsp:nvSpPr>
        <dsp:cNvPr id="0" name=""/>
        <dsp:cNvSpPr/>
      </dsp:nvSpPr>
      <dsp:spPr>
        <a:xfrm>
          <a:off x="4435462" y="1130473"/>
          <a:ext cx="1062615" cy="1062615"/>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12826D-32EE-4AD8-8219-30D39623789E}">
      <dsp:nvSpPr>
        <dsp:cNvPr id="0" name=""/>
        <dsp:cNvSpPr/>
      </dsp:nvSpPr>
      <dsp:spPr>
        <a:xfrm>
          <a:off x="4661921" y="1356932"/>
          <a:ext cx="609697" cy="6096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6B32C12-DD4E-41FC-B03E-D2EF0EE6229E}">
      <dsp:nvSpPr>
        <dsp:cNvPr id="0" name=""/>
        <dsp:cNvSpPr/>
      </dsp:nvSpPr>
      <dsp:spPr>
        <a:xfrm>
          <a:off x="4095774"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a:t>Input sanitization prevents SQL injection.</a:t>
          </a:r>
        </a:p>
      </dsp:txBody>
      <dsp:txXfrm>
        <a:off x="4095774" y="2524067"/>
        <a:ext cx="1741992" cy="696796"/>
      </dsp:txXfrm>
    </dsp:sp>
    <dsp:sp modelId="{EE0BE5D9-7A15-444C-8569-4F540BE25781}">
      <dsp:nvSpPr>
        <dsp:cNvPr id="0" name=""/>
        <dsp:cNvSpPr/>
      </dsp:nvSpPr>
      <dsp:spPr>
        <a:xfrm>
          <a:off x="6482303" y="1130473"/>
          <a:ext cx="1062615" cy="1062615"/>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05924D-08C0-48D1-A76F-7BDB1A687B4F}">
      <dsp:nvSpPr>
        <dsp:cNvPr id="0" name=""/>
        <dsp:cNvSpPr/>
      </dsp:nvSpPr>
      <dsp:spPr>
        <a:xfrm>
          <a:off x="6708762" y="1356932"/>
          <a:ext cx="609697" cy="6096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5CCB5F8-BEF0-4E47-99F8-99551C33C61E}">
      <dsp:nvSpPr>
        <dsp:cNvPr id="0" name=""/>
        <dsp:cNvSpPr/>
      </dsp:nvSpPr>
      <dsp:spPr>
        <a:xfrm>
          <a:off x="6142615"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a:t>Friendly, non-technical error messages.</a:t>
          </a:r>
        </a:p>
      </dsp:txBody>
      <dsp:txXfrm>
        <a:off x="6142615" y="2524067"/>
        <a:ext cx="1741992" cy="69679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BADDF0-831E-45E4-9509-49DA70818E8E}">
      <dsp:nvSpPr>
        <dsp:cNvPr id="0" name=""/>
        <dsp:cNvSpPr/>
      </dsp:nvSpPr>
      <dsp:spPr>
        <a:xfrm>
          <a:off x="341781" y="1130473"/>
          <a:ext cx="1062615" cy="1062615"/>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85A64A-FAA0-45DD-BECE-79AA9166FD13}">
      <dsp:nvSpPr>
        <dsp:cNvPr id="0" name=""/>
        <dsp:cNvSpPr/>
      </dsp:nvSpPr>
      <dsp:spPr>
        <a:xfrm>
          <a:off x="568240" y="1356932"/>
          <a:ext cx="609697" cy="6096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D1FC4F5-83B4-42D4-9F41-1DB22DFFC5F8}">
      <dsp:nvSpPr>
        <dsp:cNvPr id="0" name=""/>
        <dsp:cNvSpPr/>
      </dsp:nvSpPr>
      <dsp:spPr>
        <a:xfrm>
          <a:off x="2092"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Custom session logic created to replace Identity.</a:t>
          </a:r>
        </a:p>
      </dsp:txBody>
      <dsp:txXfrm>
        <a:off x="2092" y="2524067"/>
        <a:ext cx="1741992" cy="696796"/>
      </dsp:txXfrm>
    </dsp:sp>
    <dsp:sp modelId="{67956265-DC79-4D5A-9895-A2292FFEA99B}">
      <dsp:nvSpPr>
        <dsp:cNvPr id="0" name=""/>
        <dsp:cNvSpPr/>
      </dsp:nvSpPr>
      <dsp:spPr>
        <a:xfrm>
          <a:off x="2388621" y="1130473"/>
          <a:ext cx="1062615" cy="1062615"/>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549BF1-2EE4-4A52-A085-F493BFC84999}">
      <dsp:nvSpPr>
        <dsp:cNvPr id="0" name=""/>
        <dsp:cNvSpPr/>
      </dsp:nvSpPr>
      <dsp:spPr>
        <a:xfrm>
          <a:off x="2615080" y="1356932"/>
          <a:ext cx="609697" cy="6096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B013446-3D5C-4D67-A0DA-84D14DEC437F}">
      <dsp:nvSpPr>
        <dsp:cNvPr id="0" name=""/>
        <dsp:cNvSpPr/>
      </dsp:nvSpPr>
      <dsp:spPr>
        <a:xfrm>
          <a:off x="2048933"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AJAX used for seamless real-time calculations.</a:t>
          </a:r>
        </a:p>
      </dsp:txBody>
      <dsp:txXfrm>
        <a:off x="2048933" y="2524067"/>
        <a:ext cx="1741992" cy="696796"/>
      </dsp:txXfrm>
    </dsp:sp>
    <dsp:sp modelId="{55910ECF-EC32-4385-B5D7-79A9308F674B}">
      <dsp:nvSpPr>
        <dsp:cNvPr id="0" name=""/>
        <dsp:cNvSpPr/>
      </dsp:nvSpPr>
      <dsp:spPr>
        <a:xfrm>
          <a:off x="4435462" y="1130473"/>
          <a:ext cx="1062615" cy="1062615"/>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25AE6D-9B91-453C-968B-BE81ED248993}">
      <dsp:nvSpPr>
        <dsp:cNvPr id="0" name=""/>
        <dsp:cNvSpPr/>
      </dsp:nvSpPr>
      <dsp:spPr>
        <a:xfrm>
          <a:off x="4661921" y="1356932"/>
          <a:ext cx="609697" cy="6096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96B061F-35FA-4546-BA9D-5821158C6D97}">
      <dsp:nvSpPr>
        <dsp:cNvPr id="0" name=""/>
        <dsp:cNvSpPr/>
      </dsp:nvSpPr>
      <dsp:spPr>
        <a:xfrm>
          <a:off x="4095774"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Files stored outside webroot for security.</a:t>
          </a:r>
        </a:p>
      </dsp:txBody>
      <dsp:txXfrm>
        <a:off x="4095774" y="2524067"/>
        <a:ext cx="1741992" cy="696796"/>
      </dsp:txXfrm>
    </dsp:sp>
    <dsp:sp modelId="{75FE3363-C0B3-4E60-B5B5-7FA93E6AB001}">
      <dsp:nvSpPr>
        <dsp:cNvPr id="0" name=""/>
        <dsp:cNvSpPr/>
      </dsp:nvSpPr>
      <dsp:spPr>
        <a:xfrm>
          <a:off x="6482303" y="1130473"/>
          <a:ext cx="1062615" cy="1062615"/>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BAC1DA-4EE9-4DF4-9357-CCEB4D8F6C76}">
      <dsp:nvSpPr>
        <dsp:cNvPr id="0" name=""/>
        <dsp:cNvSpPr/>
      </dsp:nvSpPr>
      <dsp:spPr>
        <a:xfrm>
          <a:off x="6708762" y="1356932"/>
          <a:ext cx="609697" cy="6096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3B68C1-951B-4C1C-9384-14174F3C36D3}">
      <dsp:nvSpPr>
        <dsp:cNvPr id="0" name=""/>
        <dsp:cNvSpPr/>
      </dsp:nvSpPr>
      <dsp:spPr>
        <a:xfrm>
          <a:off x="6142615"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Role verification helpers ensure restricted access.</a:t>
          </a:r>
        </a:p>
      </dsp:txBody>
      <dsp:txXfrm>
        <a:off x="6142615" y="2524067"/>
        <a:ext cx="1741992" cy="69679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403479-586B-46F0-8121-BBD0B0598A4C}">
      <dsp:nvSpPr>
        <dsp:cNvPr id="0" name=""/>
        <dsp:cNvSpPr/>
      </dsp:nvSpPr>
      <dsp:spPr>
        <a:xfrm>
          <a:off x="1239555" y="353262"/>
          <a:ext cx="729316" cy="7293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171C071-964E-419D-95D8-052A03D81EB8}">
      <dsp:nvSpPr>
        <dsp:cNvPr id="0" name=""/>
        <dsp:cNvSpPr/>
      </dsp:nvSpPr>
      <dsp:spPr>
        <a:xfrm>
          <a:off x="793862" y="1346230"/>
          <a:ext cx="1620703" cy="64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ASP.NET Core MVC skills in full-stack development.</a:t>
          </a:r>
        </a:p>
      </dsp:txBody>
      <dsp:txXfrm>
        <a:off x="793862" y="1346230"/>
        <a:ext cx="1620703" cy="648281"/>
      </dsp:txXfrm>
    </dsp:sp>
    <dsp:sp modelId="{082A1D53-883A-4883-B6BA-EB095C2E520B}">
      <dsp:nvSpPr>
        <dsp:cNvPr id="0" name=""/>
        <dsp:cNvSpPr/>
      </dsp:nvSpPr>
      <dsp:spPr>
        <a:xfrm>
          <a:off x="3143881" y="353262"/>
          <a:ext cx="729316" cy="7293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CCA02EE-2927-4F27-A7A6-3BF6A5978107}">
      <dsp:nvSpPr>
        <dsp:cNvPr id="0" name=""/>
        <dsp:cNvSpPr/>
      </dsp:nvSpPr>
      <dsp:spPr>
        <a:xfrm>
          <a:off x="2698188" y="1346230"/>
          <a:ext cx="1620703" cy="64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EF Core with code‑first database approach.</a:t>
          </a:r>
        </a:p>
      </dsp:txBody>
      <dsp:txXfrm>
        <a:off x="2698188" y="1346230"/>
        <a:ext cx="1620703" cy="648281"/>
      </dsp:txXfrm>
    </dsp:sp>
    <dsp:sp modelId="{3A233397-8412-4D90-B057-633CAB8DA8D9}">
      <dsp:nvSpPr>
        <dsp:cNvPr id="0" name=""/>
        <dsp:cNvSpPr/>
      </dsp:nvSpPr>
      <dsp:spPr>
        <a:xfrm>
          <a:off x="5048207" y="353262"/>
          <a:ext cx="729316" cy="72931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3940F2A-F106-4D6A-B6A3-BB33031C072A}">
      <dsp:nvSpPr>
        <dsp:cNvPr id="0" name=""/>
        <dsp:cNvSpPr/>
      </dsp:nvSpPr>
      <dsp:spPr>
        <a:xfrm>
          <a:off x="4602514" y="1346230"/>
          <a:ext cx="1620703" cy="64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Custom security/session implementation.</a:t>
          </a:r>
        </a:p>
      </dsp:txBody>
      <dsp:txXfrm>
        <a:off x="4602514" y="1346230"/>
        <a:ext cx="1620703" cy="648281"/>
      </dsp:txXfrm>
    </dsp:sp>
    <dsp:sp modelId="{0BAB09A5-741E-4F03-8551-21BC2C893A53}">
      <dsp:nvSpPr>
        <dsp:cNvPr id="0" name=""/>
        <dsp:cNvSpPr/>
      </dsp:nvSpPr>
      <dsp:spPr>
        <a:xfrm>
          <a:off x="1239555" y="2399687"/>
          <a:ext cx="729316" cy="72931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76AAE7E-65B5-432F-A15C-EF5A124B0EB4}">
      <dsp:nvSpPr>
        <dsp:cNvPr id="0" name=""/>
        <dsp:cNvSpPr/>
      </dsp:nvSpPr>
      <dsp:spPr>
        <a:xfrm>
          <a:off x="793862" y="3392656"/>
          <a:ext cx="1620703" cy="64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REST API development and documentation.</a:t>
          </a:r>
        </a:p>
      </dsp:txBody>
      <dsp:txXfrm>
        <a:off x="793862" y="3392656"/>
        <a:ext cx="1620703" cy="648281"/>
      </dsp:txXfrm>
    </dsp:sp>
    <dsp:sp modelId="{4B3D5749-F19B-4A00-BC5C-19BF5497FF84}">
      <dsp:nvSpPr>
        <dsp:cNvPr id="0" name=""/>
        <dsp:cNvSpPr/>
      </dsp:nvSpPr>
      <dsp:spPr>
        <a:xfrm>
          <a:off x="3143881" y="2399687"/>
          <a:ext cx="729316" cy="72931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918ADD-F547-484C-98DD-0227267EC2C8}">
      <dsp:nvSpPr>
        <dsp:cNvPr id="0" name=""/>
        <dsp:cNvSpPr/>
      </dsp:nvSpPr>
      <dsp:spPr>
        <a:xfrm>
          <a:off x="2698188" y="3392656"/>
          <a:ext cx="1620703" cy="64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AJAX + jQuery dynamic interactions.</a:t>
          </a:r>
        </a:p>
      </dsp:txBody>
      <dsp:txXfrm>
        <a:off x="2698188" y="3392656"/>
        <a:ext cx="1620703" cy="648281"/>
      </dsp:txXfrm>
    </dsp:sp>
    <dsp:sp modelId="{3F4701B4-A137-4588-BE08-5C5634404CB7}">
      <dsp:nvSpPr>
        <dsp:cNvPr id="0" name=""/>
        <dsp:cNvSpPr/>
      </dsp:nvSpPr>
      <dsp:spPr>
        <a:xfrm>
          <a:off x="5048207" y="2399687"/>
          <a:ext cx="729316" cy="72931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E30A9FC-CDCB-456D-8871-8C3CDB8FE642}">
      <dsp:nvSpPr>
        <dsp:cNvPr id="0" name=""/>
        <dsp:cNvSpPr/>
      </dsp:nvSpPr>
      <dsp:spPr>
        <a:xfrm>
          <a:off x="4602514" y="3392656"/>
          <a:ext cx="1620703" cy="64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Responsive UI using Bootstrap.</a:t>
          </a:r>
        </a:p>
      </dsp:txBody>
      <dsp:txXfrm>
        <a:off x="4602514" y="3392656"/>
        <a:ext cx="1620703" cy="64828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110004-32E4-48DD-9FA5-4D19FDFAE5E5}">
      <dsp:nvSpPr>
        <dsp:cNvPr id="0" name=""/>
        <dsp:cNvSpPr/>
      </dsp:nvSpPr>
      <dsp:spPr>
        <a:xfrm>
          <a:off x="1055266" y="757"/>
          <a:ext cx="1011146" cy="1011146"/>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950B34-3E40-49AD-A0FD-4E15E9EE2965}">
      <dsp:nvSpPr>
        <dsp:cNvPr id="0" name=""/>
        <dsp:cNvSpPr/>
      </dsp:nvSpPr>
      <dsp:spPr>
        <a:xfrm>
          <a:off x="1270756" y="216247"/>
          <a:ext cx="580166" cy="58016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BE15D35-5CDE-45A1-B215-02E568412C53}">
      <dsp:nvSpPr>
        <dsp:cNvPr id="0" name=""/>
        <dsp:cNvSpPr/>
      </dsp:nvSpPr>
      <dsp:spPr>
        <a:xfrm>
          <a:off x="732031" y="1326850"/>
          <a:ext cx="1657617" cy="663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Up to 80% faster claim processing.</a:t>
          </a:r>
        </a:p>
      </dsp:txBody>
      <dsp:txXfrm>
        <a:off x="732031" y="1326850"/>
        <a:ext cx="1657617" cy="663046"/>
      </dsp:txXfrm>
    </dsp:sp>
    <dsp:sp modelId="{A56B5700-2ABF-408A-9E89-64C80D862C24}">
      <dsp:nvSpPr>
        <dsp:cNvPr id="0" name=""/>
        <dsp:cNvSpPr/>
      </dsp:nvSpPr>
      <dsp:spPr>
        <a:xfrm>
          <a:off x="3002966" y="757"/>
          <a:ext cx="1011146" cy="1011146"/>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F970D0-A8E3-4A2A-BC76-45CAA4EA1203}">
      <dsp:nvSpPr>
        <dsp:cNvPr id="0" name=""/>
        <dsp:cNvSpPr/>
      </dsp:nvSpPr>
      <dsp:spPr>
        <a:xfrm>
          <a:off x="3218456" y="216247"/>
          <a:ext cx="580166" cy="58016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0203A66-E402-49E0-A4B5-865D7FC2F73F}">
      <dsp:nvSpPr>
        <dsp:cNvPr id="0" name=""/>
        <dsp:cNvSpPr/>
      </dsp:nvSpPr>
      <dsp:spPr>
        <a:xfrm>
          <a:off x="2679731" y="1326850"/>
          <a:ext cx="1657617" cy="663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Automation reduces manual errors.</a:t>
          </a:r>
        </a:p>
      </dsp:txBody>
      <dsp:txXfrm>
        <a:off x="2679731" y="1326850"/>
        <a:ext cx="1657617" cy="663046"/>
      </dsp:txXfrm>
    </dsp:sp>
    <dsp:sp modelId="{03A63E84-05DF-4C0E-A633-96268830D36C}">
      <dsp:nvSpPr>
        <dsp:cNvPr id="0" name=""/>
        <dsp:cNvSpPr/>
      </dsp:nvSpPr>
      <dsp:spPr>
        <a:xfrm>
          <a:off x="4950666" y="757"/>
          <a:ext cx="1011146" cy="1011146"/>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3AB5AF-D5C6-4571-A6F0-849A939034C4}">
      <dsp:nvSpPr>
        <dsp:cNvPr id="0" name=""/>
        <dsp:cNvSpPr/>
      </dsp:nvSpPr>
      <dsp:spPr>
        <a:xfrm>
          <a:off x="5166157" y="216247"/>
          <a:ext cx="580166" cy="58016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5574092-B560-440E-8E39-265DE9E9474C}">
      <dsp:nvSpPr>
        <dsp:cNvPr id="0" name=""/>
        <dsp:cNvSpPr/>
      </dsp:nvSpPr>
      <dsp:spPr>
        <a:xfrm>
          <a:off x="4627431" y="1326850"/>
          <a:ext cx="1657617" cy="663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Full audit trail for transparency.</a:t>
          </a:r>
        </a:p>
      </dsp:txBody>
      <dsp:txXfrm>
        <a:off x="4627431" y="1326850"/>
        <a:ext cx="1657617" cy="663046"/>
      </dsp:txXfrm>
    </dsp:sp>
    <dsp:sp modelId="{670CD32A-EC8C-4597-AC67-814ECF8CA298}">
      <dsp:nvSpPr>
        <dsp:cNvPr id="0" name=""/>
        <dsp:cNvSpPr/>
      </dsp:nvSpPr>
      <dsp:spPr>
        <a:xfrm>
          <a:off x="2029116" y="2404302"/>
          <a:ext cx="1011146" cy="1011146"/>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4954BE-B049-4033-8804-36A7847F1C9B}">
      <dsp:nvSpPr>
        <dsp:cNvPr id="0" name=""/>
        <dsp:cNvSpPr/>
      </dsp:nvSpPr>
      <dsp:spPr>
        <a:xfrm>
          <a:off x="2244606" y="2619792"/>
          <a:ext cx="580166" cy="58016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69A382B-F67D-4AD3-A434-72B591B5EC69}">
      <dsp:nvSpPr>
        <dsp:cNvPr id="0" name=""/>
        <dsp:cNvSpPr/>
      </dsp:nvSpPr>
      <dsp:spPr>
        <a:xfrm>
          <a:off x="1705881" y="3730395"/>
          <a:ext cx="1657617" cy="663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Role‑based access improves data privacy.</a:t>
          </a:r>
        </a:p>
      </dsp:txBody>
      <dsp:txXfrm>
        <a:off x="1705881" y="3730395"/>
        <a:ext cx="1657617" cy="663046"/>
      </dsp:txXfrm>
    </dsp:sp>
    <dsp:sp modelId="{BAE837E6-655D-4696-A57D-39D3C47B1174}">
      <dsp:nvSpPr>
        <dsp:cNvPr id="0" name=""/>
        <dsp:cNvSpPr/>
      </dsp:nvSpPr>
      <dsp:spPr>
        <a:xfrm>
          <a:off x="3976816" y="2404302"/>
          <a:ext cx="1011146" cy="1011146"/>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5BA10F-78F0-4DE1-AEF4-D9F6D96B78DA}">
      <dsp:nvSpPr>
        <dsp:cNvPr id="0" name=""/>
        <dsp:cNvSpPr/>
      </dsp:nvSpPr>
      <dsp:spPr>
        <a:xfrm>
          <a:off x="4192307" y="2619792"/>
          <a:ext cx="580166" cy="58016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F3592E2-2094-4CCA-B668-1D78C3DD23E6}">
      <dsp:nvSpPr>
        <dsp:cNvPr id="0" name=""/>
        <dsp:cNvSpPr/>
      </dsp:nvSpPr>
      <dsp:spPr>
        <a:xfrm>
          <a:off x="3653581" y="3730395"/>
          <a:ext cx="1657617" cy="663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System scales for large user bases.</a:t>
          </a:r>
        </a:p>
      </dsp:txBody>
      <dsp:txXfrm>
        <a:off x="3653581" y="3730395"/>
        <a:ext cx="1657617" cy="66304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5F7091-84AA-4170-9966-9CCF5B2912B0}">
      <dsp:nvSpPr>
        <dsp:cNvPr id="0" name=""/>
        <dsp:cNvSpPr/>
      </dsp:nvSpPr>
      <dsp:spPr>
        <a:xfrm>
          <a:off x="0" y="59915"/>
          <a:ext cx="7017080" cy="647595"/>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Login showcases role‑based access.</a:t>
          </a:r>
        </a:p>
      </dsp:txBody>
      <dsp:txXfrm>
        <a:off x="31613" y="91528"/>
        <a:ext cx="6953854" cy="584369"/>
      </dsp:txXfrm>
    </dsp:sp>
    <dsp:sp modelId="{0F55FE02-C509-4D08-A93E-6682A310C6FF}">
      <dsp:nvSpPr>
        <dsp:cNvPr id="0" name=""/>
        <dsp:cNvSpPr/>
      </dsp:nvSpPr>
      <dsp:spPr>
        <a:xfrm>
          <a:off x="0" y="785270"/>
          <a:ext cx="7017080" cy="647595"/>
        </a:xfrm>
        <a:prstGeom prst="round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Lecturer submits real‑time automated claim.</a:t>
          </a:r>
        </a:p>
      </dsp:txBody>
      <dsp:txXfrm>
        <a:off x="31613" y="816883"/>
        <a:ext cx="6953854" cy="584369"/>
      </dsp:txXfrm>
    </dsp:sp>
    <dsp:sp modelId="{739D60C7-9240-45D5-A48E-6231D3E84F7E}">
      <dsp:nvSpPr>
        <dsp:cNvPr id="0" name=""/>
        <dsp:cNvSpPr/>
      </dsp:nvSpPr>
      <dsp:spPr>
        <a:xfrm>
          <a:off x="0" y="1510625"/>
          <a:ext cx="7017080" cy="647595"/>
        </a:xfrm>
        <a:prstGeom prst="round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Coordinator approves pending requests.</a:t>
          </a:r>
        </a:p>
      </dsp:txBody>
      <dsp:txXfrm>
        <a:off x="31613" y="1542238"/>
        <a:ext cx="6953854" cy="584369"/>
      </dsp:txXfrm>
    </dsp:sp>
    <dsp:sp modelId="{0557B765-C954-4205-A6CB-831D671C58B0}">
      <dsp:nvSpPr>
        <dsp:cNvPr id="0" name=""/>
        <dsp:cNvSpPr/>
      </dsp:nvSpPr>
      <dsp:spPr>
        <a:xfrm>
          <a:off x="0" y="2235980"/>
          <a:ext cx="7017080" cy="647595"/>
        </a:xfrm>
        <a:prstGeom prst="roundRect">
          <a:avLst/>
        </a:prstGeom>
        <a:solidFill>
          <a:schemeClr val="accent2">
            <a:hueOff val="2808911"/>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HR manages users + payment reports.</a:t>
          </a:r>
        </a:p>
      </dsp:txBody>
      <dsp:txXfrm>
        <a:off x="31613" y="2267593"/>
        <a:ext cx="6953854" cy="584369"/>
      </dsp:txXfrm>
    </dsp:sp>
    <dsp:sp modelId="{3D1696B2-452E-47B6-B9B8-D9171EEDFDD5}">
      <dsp:nvSpPr>
        <dsp:cNvPr id="0" name=""/>
        <dsp:cNvSpPr/>
      </dsp:nvSpPr>
      <dsp:spPr>
        <a:xfrm>
          <a:off x="0" y="2961335"/>
          <a:ext cx="7017080" cy="647595"/>
        </a:xfrm>
        <a:prstGeom prst="roundRect">
          <a:avLst/>
        </a:prstGeom>
        <a:solidFill>
          <a:schemeClr val="accent2">
            <a:hueOff val="3745215"/>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Swagger tests API functionality.</a:t>
          </a:r>
        </a:p>
      </dsp:txBody>
      <dsp:txXfrm>
        <a:off x="31613" y="2992948"/>
        <a:ext cx="6953854" cy="584369"/>
      </dsp:txXfrm>
    </dsp:sp>
    <dsp:sp modelId="{52F09960-9208-478B-AA42-2DEB9145116A}">
      <dsp:nvSpPr>
        <dsp:cNvPr id="0" name=""/>
        <dsp:cNvSpPr/>
      </dsp:nvSpPr>
      <dsp:spPr>
        <a:xfrm>
          <a:off x="0" y="3686690"/>
          <a:ext cx="7017080" cy="647595"/>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Database updates displayed live.</a:t>
          </a:r>
        </a:p>
      </dsp:txBody>
      <dsp:txXfrm>
        <a:off x="31613" y="3718303"/>
        <a:ext cx="6953854" cy="58436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3EBE31-5386-4FA5-9953-E1AF4B44B60F}" type="datetimeFigureOut">
              <a:rPr lang="en-ZA" smtClean="0"/>
              <a:t>2025/11/21</a:t>
            </a:fld>
            <a:endParaRPr lang="en-ZA"/>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BED523-EF4B-4ACC-A76D-126207EC39A6}" type="slidenum">
              <a:rPr lang="en-ZA" smtClean="0"/>
              <a:t>‹#›</a:t>
            </a:fld>
            <a:endParaRPr lang="en-ZA"/>
          </a:p>
        </p:txBody>
      </p:sp>
    </p:spTree>
    <p:extLst>
      <p:ext uri="{BB962C8B-B14F-4D97-AF65-F5344CB8AC3E}">
        <p14:creationId xmlns:p14="http://schemas.microsoft.com/office/powerpoint/2010/main" val="2545456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F5BED523-EF4B-4ACC-A76D-126207EC39A6}" type="slidenum">
              <a:rPr lang="en-ZA" smtClean="0"/>
              <a:t>2</a:t>
            </a:fld>
            <a:endParaRPr lang="en-ZA"/>
          </a:p>
        </p:txBody>
      </p:sp>
    </p:spTree>
    <p:extLst>
      <p:ext uri="{BB962C8B-B14F-4D97-AF65-F5344CB8AC3E}">
        <p14:creationId xmlns:p14="http://schemas.microsoft.com/office/powerpoint/2010/main" val="2735743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35.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44.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49.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58.jpe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59.jpe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67.jpe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6.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9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3399D6-F990-BBE2-5304-99BFEC83DDEE}"/>
              </a:ext>
            </a:extLst>
          </p:cNvPr>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PROG6212 POE 3</a:t>
            </a:r>
            <a:endParaRPr lang="en-ZA" sz="3500">
              <a:solidFill>
                <a:srgbClr val="FFFFFF"/>
              </a:solidFill>
            </a:endParaRPr>
          </a:p>
        </p:txBody>
      </p:sp>
      <p:graphicFrame>
        <p:nvGraphicFramePr>
          <p:cNvPr id="5" name="Content Placeholder 2">
            <a:extLst>
              <a:ext uri="{FF2B5EF4-FFF2-40B4-BE49-F238E27FC236}">
                <a16:creationId xmlns:a16="http://schemas.microsoft.com/office/drawing/2014/main" id="{2F815500-4718-29AB-EB46-8CEF11B0B1BD}"/>
              </a:ext>
            </a:extLst>
          </p:cNvPr>
          <p:cNvGraphicFramePr>
            <a:graphicFrameLocks noGrp="1"/>
          </p:cNvGraphicFramePr>
          <p:nvPr>
            <p:ph idx="1"/>
            <p:extLst>
              <p:ext uri="{D42A27DB-BD31-4B8C-83A1-F6EECF244321}">
                <p14:modId xmlns:p14="http://schemas.microsoft.com/office/powerpoint/2010/main" val="4293664129"/>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6137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2297" y="502020"/>
            <a:ext cx="3992787" cy="1642970"/>
          </a:xfrm>
        </p:spPr>
        <p:txBody>
          <a:bodyPr anchor="b">
            <a:normAutofit/>
          </a:bodyPr>
          <a:lstStyle/>
          <a:p>
            <a:pPr>
              <a:defRPr sz="4000" b="1">
                <a:solidFill>
                  <a:srgbClr val="0099FF"/>
                </a:solidFill>
              </a:defRPr>
            </a:pPr>
            <a:r>
              <a:rPr lang="en-ZA" sz="3500"/>
              <a:t>Introduction</a:t>
            </a:r>
          </a:p>
        </p:txBody>
      </p:sp>
      <p:sp>
        <p:nvSpPr>
          <p:cNvPr id="3" name="Content Placeholder 2"/>
          <p:cNvSpPr>
            <a:spLocks noGrp="1"/>
          </p:cNvSpPr>
          <p:nvPr>
            <p:ph idx="1"/>
          </p:nvPr>
        </p:nvSpPr>
        <p:spPr>
          <a:xfrm>
            <a:off x="858692" y="2405894"/>
            <a:ext cx="3986392" cy="3535083"/>
          </a:xfrm>
        </p:spPr>
        <p:txBody>
          <a:bodyPr anchor="t">
            <a:normAutofit/>
          </a:bodyPr>
          <a:lstStyle/>
          <a:p>
            <a:pPr marL="0" indent="0">
              <a:buNone/>
            </a:pPr>
            <a:r>
              <a:rPr lang="en-US" sz="1700" dirty="0"/>
              <a:t>This system solves the problem of manual contract claim management at educational institutions. Lecturers can submit claims digitally, coordinators can review them efficiently, and HR can manage everything in one place eliminating paper-based processes and reducing administrative workload.</a:t>
            </a:r>
          </a:p>
          <a:p>
            <a:pPr marL="0" indent="0">
              <a:buNone/>
            </a:pPr>
            <a:endParaRPr lang="en-US" sz="1700" dirty="0"/>
          </a:p>
        </p:txBody>
      </p:sp>
      <p:sp>
        <p:nvSpPr>
          <p:cNvPr id="27" name="Rectangle 26">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5"/>
            <a:ext cx="306939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
            <a:ext cx="306939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2"/>
            <a:ext cx="3051501"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0"/>
            <a:ext cx="2708601"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Books">
            <a:extLst>
              <a:ext uri="{FF2B5EF4-FFF2-40B4-BE49-F238E27FC236}">
                <a16:creationId xmlns:a16="http://schemas.microsoft.com/office/drawing/2014/main" id="{5A261E9B-126F-5B8D-1FFC-04CB663182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6975" y="1880998"/>
            <a:ext cx="3127897" cy="312789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7188"/>
            <a:ext cx="7886700" cy="1133499"/>
          </a:xfrm>
        </p:spPr>
        <p:txBody>
          <a:bodyPr>
            <a:normAutofit/>
          </a:bodyPr>
          <a:lstStyle/>
          <a:p>
            <a:pPr>
              <a:defRPr sz="4000" b="1">
                <a:solidFill>
                  <a:srgbClr val="0099FF"/>
                </a:solidFill>
              </a:defRPr>
            </a:pPr>
            <a:r>
              <a:rPr lang="en-ZA" sz="4500"/>
              <a:t>System Architecture</a:t>
            </a:r>
          </a:p>
        </p:txBody>
      </p:sp>
      <p:graphicFrame>
        <p:nvGraphicFramePr>
          <p:cNvPr id="5" name="Content Placeholder 2">
            <a:extLst>
              <a:ext uri="{FF2B5EF4-FFF2-40B4-BE49-F238E27FC236}">
                <a16:creationId xmlns:a16="http://schemas.microsoft.com/office/drawing/2014/main" id="{A2E4E1A5-B0F5-C01F-5415-1A8850FD5A7C}"/>
              </a:ext>
            </a:extLst>
          </p:cNvPr>
          <p:cNvGraphicFramePr>
            <a:graphicFrameLocks noGrp="1"/>
          </p:cNvGraphicFramePr>
          <p:nvPr>
            <p:ph idx="1"/>
            <p:extLst>
              <p:ext uri="{D42A27DB-BD31-4B8C-83A1-F6EECF244321}">
                <p14:modId xmlns:p14="http://schemas.microsoft.com/office/powerpoint/2010/main" val="2569212433"/>
              </p:ext>
            </p:extLst>
          </p:nvPr>
        </p:nvGraphicFramePr>
        <p:xfrm>
          <a:off x="628650" y="1828800"/>
          <a:ext cx="78867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6995"/>
            <a:ext cx="7886700" cy="1133693"/>
          </a:xfrm>
        </p:spPr>
        <p:txBody>
          <a:bodyPr>
            <a:normAutofit/>
          </a:bodyPr>
          <a:lstStyle/>
          <a:p>
            <a:pPr>
              <a:defRPr sz="4000" b="1">
                <a:solidFill>
                  <a:srgbClr val="0099FF"/>
                </a:solidFill>
              </a:defRPr>
            </a:pPr>
            <a:r>
              <a:rPr lang="en-ZA" sz="4500"/>
              <a:t>Database Design</a:t>
            </a:r>
          </a:p>
        </p:txBody>
      </p:sp>
      <p:graphicFrame>
        <p:nvGraphicFramePr>
          <p:cNvPr id="5" name="Content Placeholder 2">
            <a:extLst>
              <a:ext uri="{FF2B5EF4-FFF2-40B4-BE49-F238E27FC236}">
                <a16:creationId xmlns:a16="http://schemas.microsoft.com/office/drawing/2014/main" id="{27712E1C-615A-A64D-2C3C-B0404080A785}"/>
              </a:ext>
            </a:extLst>
          </p:cNvPr>
          <p:cNvGraphicFramePr>
            <a:graphicFrameLocks noGrp="1"/>
          </p:cNvGraphicFramePr>
          <p:nvPr>
            <p:ph idx="1"/>
            <p:extLst>
              <p:ext uri="{D42A27DB-BD31-4B8C-83A1-F6EECF244321}">
                <p14:modId xmlns:p14="http://schemas.microsoft.com/office/powerpoint/2010/main" val="320575418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7188"/>
            <a:ext cx="7886700" cy="1133499"/>
          </a:xfrm>
        </p:spPr>
        <p:txBody>
          <a:bodyPr>
            <a:normAutofit/>
          </a:bodyPr>
          <a:lstStyle/>
          <a:p>
            <a:pPr>
              <a:defRPr sz="4000" b="1">
                <a:solidFill>
                  <a:srgbClr val="0099FF"/>
                </a:solidFill>
              </a:defRPr>
            </a:pPr>
            <a:r>
              <a:rPr lang="en-ZA" sz="4500"/>
              <a:t>Security &amp; Sessions</a:t>
            </a:r>
          </a:p>
        </p:txBody>
      </p:sp>
      <p:graphicFrame>
        <p:nvGraphicFramePr>
          <p:cNvPr id="21" name="Content Placeholder 2">
            <a:extLst>
              <a:ext uri="{FF2B5EF4-FFF2-40B4-BE49-F238E27FC236}">
                <a16:creationId xmlns:a16="http://schemas.microsoft.com/office/drawing/2014/main" id="{17995285-0FAA-6D35-F9CF-A33CD20DA395}"/>
              </a:ext>
            </a:extLst>
          </p:cNvPr>
          <p:cNvGraphicFramePr>
            <a:graphicFrameLocks noGrp="1"/>
          </p:cNvGraphicFramePr>
          <p:nvPr>
            <p:ph idx="1"/>
            <p:extLst>
              <p:ext uri="{D42A27DB-BD31-4B8C-83A1-F6EECF244321}">
                <p14:modId xmlns:p14="http://schemas.microsoft.com/office/powerpoint/2010/main" val="3963907844"/>
              </p:ext>
            </p:extLst>
          </p:nvPr>
        </p:nvGraphicFramePr>
        <p:xfrm>
          <a:off x="628650" y="1828800"/>
          <a:ext cx="78867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p:spPr>
        <p:txBody>
          <a:bodyPr>
            <a:normAutofit/>
          </a:bodyPr>
          <a:lstStyle/>
          <a:p>
            <a:pPr>
              <a:defRPr sz="4000" b="1">
                <a:solidFill>
                  <a:srgbClr val="0099FF"/>
                </a:solidFill>
              </a:defRPr>
            </a:pPr>
            <a:r>
              <a:rPr lang="en-ZA" sz="4000"/>
              <a:t>Lecturer Automation</a:t>
            </a:r>
          </a:p>
        </p:txBody>
      </p:sp>
      <p:graphicFrame>
        <p:nvGraphicFramePr>
          <p:cNvPr id="5" name="Content Placeholder 2">
            <a:extLst>
              <a:ext uri="{FF2B5EF4-FFF2-40B4-BE49-F238E27FC236}">
                <a16:creationId xmlns:a16="http://schemas.microsoft.com/office/drawing/2014/main" id="{BFC16BAE-CF1B-E390-0230-0E418C12BA5E}"/>
              </a:ext>
            </a:extLst>
          </p:cNvPr>
          <p:cNvGraphicFramePr>
            <a:graphicFrameLocks noGrp="1"/>
          </p:cNvGraphicFramePr>
          <p:nvPr>
            <p:ph idx="1"/>
            <p:extLst>
              <p:ext uri="{D42A27DB-BD31-4B8C-83A1-F6EECF244321}">
                <p14:modId xmlns:p14="http://schemas.microsoft.com/office/powerpoint/2010/main" val="31691866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F783CCF-97FE-C9E8-2737-BA5C391E75D9}"/>
              </a:ext>
            </a:extLst>
          </p:cNvPr>
          <p:cNvPicPr>
            <a:picLocks noChangeAspect="1"/>
          </p:cNvPicPr>
          <p:nvPr/>
        </p:nvPicPr>
        <p:blipFill>
          <a:blip r:embed="rId2"/>
          <a:srcRect r="10999" b="-1"/>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7601"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28650" y="365125"/>
            <a:ext cx="7886700" cy="1325563"/>
          </a:xfrm>
        </p:spPr>
        <p:txBody>
          <a:bodyPr>
            <a:normAutofit/>
          </a:bodyPr>
          <a:lstStyle/>
          <a:p>
            <a:pPr>
              <a:defRPr sz="4000" b="1">
                <a:solidFill>
                  <a:srgbClr val="0099FF"/>
                </a:solidFill>
              </a:defRPr>
            </a:pPr>
            <a:r>
              <a:rPr lang="en-ZA" sz="4000"/>
              <a:t>Coordinator / Manager Workflow</a:t>
            </a:r>
          </a:p>
        </p:txBody>
      </p:sp>
      <p:graphicFrame>
        <p:nvGraphicFramePr>
          <p:cNvPr id="5" name="Content Placeholder 2">
            <a:extLst>
              <a:ext uri="{FF2B5EF4-FFF2-40B4-BE49-F238E27FC236}">
                <a16:creationId xmlns:a16="http://schemas.microsoft.com/office/drawing/2014/main" id="{E2561DFF-B2F1-2D25-183B-3B34E5617083}"/>
              </a:ext>
            </a:extLst>
          </p:cNvPr>
          <p:cNvGraphicFramePr>
            <a:graphicFrameLocks noGrp="1"/>
          </p:cNvGraphicFramePr>
          <p:nvPr>
            <p:ph idx="1"/>
            <p:extLst>
              <p:ext uri="{D42A27DB-BD31-4B8C-83A1-F6EECF244321}">
                <p14:modId xmlns:p14="http://schemas.microsoft.com/office/powerpoint/2010/main" val="63901760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9E7B926-9E50-E103-AE95-F950859A4DC1}"/>
              </a:ext>
            </a:extLst>
          </p:cNvPr>
          <p:cNvPicPr>
            <a:picLocks noChangeAspect="1"/>
          </p:cNvPicPr>
          <p:nvPr/>
        </p:nvPicPr>
        <p:blipFill>
          <a:blip r:embed="rId2">
            <a:duotone>
              <a:schemeClr val="bg2">
                <a:shade val="45000"/>
                <a:satMod val="135000"/>
              </a:schemeClr>
              <a:prstClr val="white"/>
            </a:duotone>
          </a:blip>
          <a:srcRect r="11334"/>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pPr>
              <a:defRPr sz="4000" b="1">
                <a:solidFill>
                  <a:srgbClr val="0099FF"/>
                </a:solidFill>
              </a:defRPr>
            </a:pPr>
            <a:r>
              <a:rPr lang="en-ZA" sz="4000"/>
              <a:t>HR Administration</a:t>
            </a:r>
          </a:p>
        </p:txBody>
      </p:sp>
      <p:graphicFrame>
        <p:nvGraphicFramePr>
          <p:cNvPr id="5" name="Content Placeholder 2">
            <a:extLst>
              <a:ext uri="{FF2B5EF4-FFF2-40B4-BE49-F238E27FC236}">
                <a16:creationId xmlns:a16="http://schemas.microsoft.com/office/drawing/2014/main" id="{93AA2AC4-F7B3-5C02-BBD9-ADA40458343F}"/>
              </a:ext>
            </a:extLst>
          </p:cNvPr>
          <p:cNvGraphicFramePr>
            <a:graphicFrameLocks noGrp="1"/>
          </p:cNvGraphicFramePr>
          <p:nvPr>
            <p:ph idx="1"/>
            <p:extLst>
              <p:ext uri="{D42A27DB-BD31-4B8C-83A1-F6EECF244321}">
                <p14:modId xmlns:p14="http://schemas.microsoft.com/office/powerpoint/2010/main" val="922764306"/>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090441-DE47-A112-F01A-7152FED0151C}"/>
              </a:ext>
            </a:extLst>
          </p:cNvPr>
          <p:cNvPicPr>
            <a:picLocks noChangeAspect="1"/>
          </p:cNvPicPr>
          <p:nvPr/>
        </p:nvPicPr>
        <p:blipFill>
          <a:blip r:embed="rId2"/>
          <a:srcRect r="10999" b="-1"/>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7601"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28650" y="365125"/>
            <a:ext cx="7886700" cy="1325563"/>
          </a:xfrm>
        </p:spPr>
        <p:txBody>
          <a:bodyPr>
            <a:normAutofit/>
          </a:bodyPr>
          <a:lstStyle/>
          <a:p>
            <a:pPr>
              <a:defRPr sz="4000" b="1">
                <a:solidFill>
                  <a:srgbClr val="0099FF"/>
                </a:solidFill>
              </a:defRPr>
            </a:pPr>
            <a:r>
              <a:rPr lang="en-ZA" sz="4000"/>
              <a:t>API Automation</a:t>
            </a:r>
          </a:p>
        </p:txBody>
      </p:sp>
      <p:graphicFrame>
        <p:nvGraphicFramePr>
          <p:cNvPr id="8" name="Content Placeholder 2">
            <a:extLst>
              <a:ext uri="{FF2B5EF4-FFF2-40B4-BE49-F238E27FC236}">
                <a16:creationId xmlns:a16="http://schemas.microsoft.com/office/drawing/2014/main" id="{B19BB77D-FA3F-9632-3A7D-2260DA34B214}"/>
              </a:ext>
            </a:extLst>
          </p:cNvPr>
          <p:cNvGraphicFramePr>
            <a:graphicFrameLocks noGrp="1"/>
          </p:cNvGraphicFramePr>
          <p:nvPr>
            <p:ph idx="1"/>
            <p:extLst>
              <p:ext uri="{D42A27DB-BD31-4B8C-83A1-F6EECF244321}">
                <p14:modId xmlns:p14="http://schemas.microsoft.com/office/powerpoint/2010/main" val="165433485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Close-up of a blue and white water surface&#10;&#10;AI-generated content may be incorrect.">
            <a:extLst>
              <a:ext uri="{FF2B5EF4-FFF2-40B4-BE49-F238E27FC236}">
                <a16:creationId xmlns:a16="http://schemas.microsoft.com/office/drawing/2014/main" id="{0439334C-2660-1423-5EE1-664C2FD447BC}"/>
              </a:ext>
            </a:extLst>
          </p:cNvPr>
          <p:cNvPicPr>
            <a:picLocks noChangeAspect="1"/>
          </p:cNvPicPr>
          <p:nvPr/>
        </p:nvPicPr>
        <p:blipFill>
          <a:blip r:embed="rId2">
            <a:duotone>
              <a:schemeClr val="bg2">
                <a:shade val="45000"/>
                <a:satMod val="135000"/>
              </a:schemeClr>
              <a:prstClr val="white"/>
            </a:duotone>
          </a:blip>
          <a:srcRect l="2324" r="8675" b="-1"/>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pPr>
              <a:defRPr sz="4000" b="1">
                <a:solidFill>
                  <a:srgbClr val="0099FF"/>
                </a:solidFill>
              </a:defRPr>
            </a:pPr>
            <a:r>
              <a:rPr lang="en-ZA" sz="4000"/>
              <a:t>Real-time Features</a:t>
            </a:r>
          </a:p>
        </p:txBody>
      </p:sp>
      <p:graphicFrame>
        <p:nvGraphicFramePr>
          <p:cNvPr id="5" name="Content Placeholder 2">
            <a:extLst>
              <a:ext uri="{FF2B5EF4-FFF2-40B4-BE49-F238E27FC236}">
                <a16:creationId xmlns:a16="http://schemas.microsoft.com/office/drawing/2014/main" id="{0D2532AD-4380-64C7-7D77-8C749E68C16D}"/>
              </a:ext>
            </a:extLst>
          </p:cNvPr>
          <p:cNvGraphicFramePr>
            <a:graphicFrameLocks noGrp="1"/>
          </p:cNvGraphicFramePr>
          <p:nvPr>
            <p:ph idx="1"/>
            <p:extLst>
              <p:ext uri="{D42A27DB-BD31-4B8C-83A1-F6EECF244321}">
                <p14:modId xmlns:p14="http://schemas.microsoft.com/office/powerpoint/2010/main" val="56968765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5733F75-7DA3-1E0E-A523-BD8DEB87E3FB}"/>
              </a:ext>
            </a:extLst>
          </p:cNvPr>
          <p:cNvPicPr>
            <a:picLocks noChangeAspect="1"/>
          </p:cNvPicPr>
          <p:nvPr/>
        </p:nvPicPr>
        <p:blipFill>
          <a:blip r:embed="rId2"/>
          <a:srcRect l="13791" r="11664" b="9091"/>
          <a:stretch>
            <a:fillRect/>
          </a:stretch>
        </p:blipFill>
        <p:spPr>
          <a:xfrm>
            <a:off x="20" y="10"/>
            <a:ext cx="9143980" cy="6857990"/>
          </a:xfrm>
          <a:prstGeom prst="rect">
            <a:avLst/>
          </a:prstGeom>
        </p:spPr>
      </p:pic>
      <p:sp>
        <p:nvSpPr>
          <p:cNvPr id="15" name="Rectangle 14">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7601"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28650" y="365125"/>
            <a:ext cx="7886700" cy="1325563"/>
          </a:xfrm>
        </p:spPr>
        <p:txBody>
          <a:bodyPr>
            <a:normAutofit/>
          </a:bodyPr>
          <a:lstStyle/>
          <a:p>
            <a:pPr>
              <a:defRPr sz="4000" b="1">
                <a:solidFill>
                  <a:srgbClr val="0099FF"/>
                </a:solidFill>
              </a:defRPr>
            </a:pPr>
            <a:r>
              <a:rPr lang="en-ZA" sz="4000"/>
              <a:t>Error Handling</a:t>
            </a:r>
          </a:p>
        </p:txBody>
      </p:sp>
      <p:graphicFrame>
        <p:nvGraphicFramePr>
          <p:cNvPr id="5" name="Content Placeholder 2">
            <a:extLst>
              <a:ext uri="{FF2B5EF4-FFF2-40B4-BE49-F238E27FC236}">
                <a16:creationId xmlns:a16="http://schemas.microsoft.com/office/drawing/2014/main" id="{CE7868BF-2AA8-D43D-F180-9976CC61CBB8}"/>
              </a:ext>
            </a:extLst>
          </p:cNvPr>
          <p:cNvGraphicFramePr>
            <a:graphicFrameLocks noGrp="1"/>
          </p:cNvGraphicFramePr>
          <p:nvPr>
            <p:ph idx="1"/>
            <p:extLst>
              <p:ext uri="{D42A27DB-BD31-4B8C-83A1-F6EECF244321}">
                <p14:modId xmlns:p14="http://schemas.microsoft.com/office/powerpoint/2010/main" val="118865877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7B29F1C-780D-26CF-402C-340B5D4AB0D6}"/>
              </a:ext>
            </a:extLst>
          </p:cNvPr>
          <p:cNvPicPr>
            <a:picLocks noChangeAspect="1"/>
          </p:cNvPicPr>
          <p:nvPr/>
        </p:nvPicPr>
        <p:blipFill>
          <a:blip r:embed="rId2"/>
          <a:srcRect l="5693" r="14308"/>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7601"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28650" y="365125"/>
            <a:ext cx="7886700" cy="1325563"/>
          </a:xfrm>
        </p:spPr>
        <p:txBody>
          <a:bodyPr>
            <a:normAutofit/>
          </a:bodyPr>
          <a:lstStyle/>
          <a:p>
            <a:pPr>
              <a:defRPr sz="4000" b="1">
                <a:solidFill>
                  <a:srgbClr val="0099FF"/>
                </a:solidFill>
              </a:defRPr>
            </a:pPr>
            <a:r>
              <a:rPr lang="en-ZA" sz="4000"/>
              <a:t>Challenges &amp; Solutions</a:t>
            </a:r>
          </a:p>
        </p:txBody>
      </p:sp>
      <p:graphicFrame>
        <p:nvGraphicFramePr>
          <p:cNvPr id="5" name="Content Placeholder 2">
            <a:extLst>
              <a:ext uri="{FF2B5EF4-FFF2-40B4-BE49-F238E27FC236}">
                <a16:creationId xmlns:a16="http://schemas.microsoft.com/office/drawing/2014/main" id="{A77835E1-8C85-7532-2B3B-5251C60F097C}"/>
              </a:ext>
            </a:extLst>
          </p:cNvPr>
          <p:cNvGraphicFramePr>
            <a:graphicFrameLocks noGrp="1"/>
          </p:cNvGraphicFramePr>
          <p:nvPr>
            <p:ph idx="1"/>
            <p:extLst>
              <p:ext uri="{D42A27DB-BD31-4B8C-83A1-F6EECF244321}">
                <p14:modId xmlns:p14="http://schemas.microsoft.com/office/powerpoint/2010/main" val="173280274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9A7F3BF-8763-4074-AD77-92790AF31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91051" y="381935"/>
            <a:ext cx="7017080" cy="1200329"/>
          </a:xfrm>
        </p:spPr>
        <p:txBody>
          <a:bodyPr anchor="t">
            <a:normAutofit/>
          </a:bodyPr>
          <a:lstStyle/>
          <a:p>
            <a:pPr>
              <a:defRPr sz="4000" b="1">
                <a:solidFill>
                  <a:srgbClr val="0099FF"/>
                </a:solidFill>
              </a:defRPr>
            </a:pPr>
            <a:r>
              <a:rPr lang="en-ZA" sz="6500"/>
              <a:t>Learning Outcomes</a:t>
            </a:r>
          </a:p>
        </p:txBody>
      </p:sp>
      <p:grpSp>
        <p:nvGrpSpPr>
          <p:cNvPr id="11" name="Group 10">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45650" y="554152"/>
            <a:ext cx="430632" cy="1075866"/>
            <a:chOff x="10994200" y="554152"/>
            <a:chExt cx="574177" cy="1075866"/>
          </a:xfrm>
        </p:grpSpPr>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3"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grpSp>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16"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25F04B86-7CC1-A84F-24B9-8552C45D2714}"/>
              </a:ext>
            </a:extLst>
          </p:cNvPr>
          <p:cNvGraphicFramePr>
            <a:graphicFrameLocks noGrp="1"/>
          </p:cNvGraphicFramePr>
          <p:nvPr>
            <p:ph idx="1"/>
            <p:extLst>
              <p:ext uri="{D42A27DB-BD31-4B8C-83A1-F6EECF244321}">
                <p14:modId xmlns:p14="http://schemas.microsoft.com/office/powerpoint/2010/main" val="405717544"/>
              </p:ext>
            </p:extLst>
          </p:nvPr>
        </p:nvGraphicFramePr>
        <p:xfrm>
          <a:off x="891046" y="1825625"/>
          <a:ext cx="7017080" cy="439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9A7F3BF-8763-4074-AD77-92790AF31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91051" y="381935"/>
            <a:ext cx="7017080" cy="1200329"/>
          </a:xfrm>
        </p:spPr>
        <p:txBody>
          <a:bodyPr anchor="t">
            <a:normAutofit/>
          </a:bodyPr>
          <a:lstStyle/>
          <a:p>
            <a:pPr>
              <a:defRPr sz="4000" b="1">
                <a:solidFill>
                  <a:srgbClr val="0099FF"/>
                </a:solidFill>
              </a:defRPr>
            </a:pPr>
            <a:r>
              <a:rPr lang="en-ZA" sz="7000"/>
              <a:t>Business Benefits</a:t>
            </a:r>
          </a:p>
        </p:txBody>
      </p:sp>
      <p:grpSp>
        <p:nvGrpSpPr>
          <p:cNvPr id="11" name="Group 10">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45650" y="554152"/>
            <a:ext cx="430632" cy="1075866"/>
            <a:chOff x="10994200" y="554152"/>
            <a:chExt cx="574177" cy="1075866"/>
          </a:xfrm>
        </p:grpSpPr>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3"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grpSp>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16"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143627A3-9040-EB7E-20D8-B5CA70F4A1A3}"/>
              </a:ext>
            </a:extLst>
          </p:cNvPr>
          <p:cNvGraphicFramePr>
            <a:graphicFrameLocks noGrp="1"/>
          </p:cNvGraphicFramePr>
          <p:nvPr>
            <p:ph idx="1"/>
            <p:extLst>
              <p:ext uri="{D42A27DB-BD31-4B8C-83A1-F6EECF244321}">
                <p14:modId xmlns:p14="http://schemas.microsoft.com/office/powerpoint/2010/main" val="1260854315"/>
              </p:ext>
            </p:extLst>
          </p:nvPr>
        </p:nvGraphicFramePr>
        <p:xfrm>
          <a:off x="891046" y="1825625"/>
          <a:ext cx="7017080" cy="439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9A7F3BF-8763-4074-AD77-92790AF31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91051" y="381935"/>
            <a:ext cx="7017080" cy="1200329"/>
          </a:xfrm>
        </p:spPr>
        <p:txBody>
          <a:bodyPr anchor="t">
            <a:normAutofit/>
          </a:bodyPr>
          <a:lstStyle/>
          <a:p>
            <a:pPr>
              <a:lnSpc>
                <a:spcPct val="90000"/>
              </a:lnSpc>
              <a:defRPr sz="4000" b="1">
                <a:solidFill>
                  <a:srgbClr val="0099FF"/>
                </a:solidFill>
              </a:defRPr>
            </a:pPr>
            <a:r>
              <a:rPr lang="en-ZA" sz="5400"/>
              <a:t>Demonstration Preview</a:t>
            </a:r>
          </a:p>
        </p:txBody>
      </p:sp>
      <p:grpSp>
        <p:nvGrpSpPr>
          <p:cNvPr id="20" name="Group 19">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45650" y="554152"/>
            <a:ext cx="430632" cy="1075866"/>
            <a:chOff x="10994200" y="554152"/>
            <a:chExt cx="574177" cy="1075866"/>
          </a:xfrm>
        </p:grpSpPr>
        <p:sp>
          <p:nvSpPr>
            <p:cNvPr id="21"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22"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grpSp>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16"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23" name="Content Placeholder 2">
            <a:extLst>
              <a:ext uri="{FF2B5EF4-FFF2-40B4-BE49-F238E27FC236}">
                <a16:creationId xmlns:a16="http://schemas.microsoft.com/office/drawing/2014/main" id="{C1021453-3A50-8C6F-8CE1-28023A2E174A}"/>
              </a:ext>
            </a:extLst>
          </p:cNvPr>
          <p:cNvGraphicFramePr>
            <a:graphicFrameLocks noGrp="1"/>
          </p:cNvGraphicFramePr>
          <p:nvPr>
            <p:ph idx="1"/>
            <p:extLst>
              <p:ext uri="{D42A27DB-BD31-4B8C-83A1-F6EECF244321}">
                <p14:modId xmlns:p14="http://schemas.microsoft.com/office/powerpoint/2010/main" val="2342891245"/>
              </p:ext>
            </p:extLst>
          </p:nvPr>
        </p:nvGraphicFramePr>
        <p:xfrm>
          <a:off x="891046" y="1825625"/>
          <a:ext cx="7017080" cy="439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1336390"/>
            <a:ext cx="4616991" cy="1182927"/>
          </a:xfrm>
        </p:spPr>
        <p:txBody>
          <a:bodyPr anchor="b">
            <a:normAutofit/>
          </a:bodyPr>
          <a:lstStyle/>
          <a:p>
            <a:pPr>
              <a:defRPr sz="4000" b="1">
                <a:solidFill>
                  <a:srgbClr val="0099FF"/>
                </a:solidFill>
              </a:defRPr>
            </a:pPr>
            <a:r>
              <a:rPr lang="en-ZA" sz="4900"/>
              <a:t>Conclusion</a:t>
            </a:r>
          </a:p>
        </p:txBody>
      </p:sp>
      <p:cxnSp>
        <p:nvCxnSpPr>
          <p:cNvPr id="19" name="Straight Connector 18">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5927792"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602832" y="2829330"/>
            <a:ext cx="4642809" cy="3344459"/>
          </a:xfrm>
        </p:spPr>
        <p:txBody>
          <a:bodyPr anchor="t">
            <a:normAutofit lnSpcReduction="10000"/>
          </a:bodyPr>
          <a:lstStyle/>
          <a:p>
            <a:r>
              <a:rPr lang="en-US" sz="1700" dirty="0">
                <a:solidFill>
                  <a:schemeClr val="tx1">
                    <a:alpha val="80000"/>
                  </a:schemeClr>
                </a:solidFill>
              </a:rPr>
              <a:t>This system demonstrates how modern web technologies can transform traditional administrative processes. By automating calculations, implementing secure role-based access, and providing real-time tracking, we've created a solution that saves time, reduces errors, and provides transparency for all stakeholders</a:t>
            </a:r>
          </a:p>
          <a:p>
            <a:endParaRPr lang="en-US" sz="1700" dirty="0">
              <a:solidFill>
                <a:schemeClr val="tx1">
                  <a:alpha val="80000"/>
                </a:schemeClr>
              </a:solidFill>
            </a:endParaRPr>
          </a:p>
          <a:p>
            <a:pPr marL="0" indent="0">
              <a:buNone/>
            </a:pPr>
            <a:endParaRPr lang="en-US" sz="1700" dirty="0">
              <a:solidFill>
                <a:schemeClr val="tx1">
                  <a:alpha val="80000"/>
                </a:schemeClr>
              </a:solidFill>
            </a:endParaRPr>
          </a:p>
          <a:p>
            <a:pPr marL="0" indent="0">
              <a:buNone/>
            </a:pPr>
            <a:r>
              <a:rPr lang="en-US" sz="1700" dirty="0" err="1">
                <a:solidFill>
                  <a:schemeClr val="tx1">
                    <a:alpha val="80000"/>
                  </a:schemeClr>
                </a:solidFill>
              </a:rPr>
              <a:t>Youtube</a:t>
            </a:r>
            <a:r>
              <a:rPr lang="en-US" sz="1700" dirty="0">
                <a:solidFill>
                  <a:schemeClr val="tx1">
                    <a:alpha val="80000"/>
                  </a:schemeClr>
                </a:solidFill>
              </a:rPr>
              <a:t> </a:t>
            </a:r>
            <a:r>
              <a:rPr lang="en-US" sz="1700">
                <a:solidFill>
                  <a:schemeClr val="tx1">
                    <a:alpha val="80000"/>
                  </a:schemeClr>
                </a:solidFill>
              </a:rPr>
              <a:t>video link</a:t>
            </a:r>
            <a:r>
              <a:rPr lang="en-US" sz="1700" baseline="-25000">
                <a:solidFill>
                  <a:schemeClr val="tx1">
                    <a:alpha val="80000"/>
                  </a:schemeClr>
                </a:solidFill>
              </a:rPr>
              <a:t> https://www.youtube.com/watch?v=TB7ZFBkFyBg</a:t>
            </a:r>
            <a:endParaRPr lang="en-US" sz="1700" dirty="0">
              <a:solidFill>
                <a:schemeClr val="tx1">
                  <a:alpha val="80000"/>
                </a:schemeClr>
              </a:solidFill>
            </a:endParaRPr>
          </a:p>
        </p:txBody>
      </p:sp>
      <p:pic>
        <p:nvPicPr>
          <p:cNvPr id="7" name="Graphic 6" descr="Programmer">
            <a:extLst>
              <a:ext uri="{FF2B5EF4-FFF2-40B4-BE49-F238E27FC236}">
                <a16:creationId xmlns:a16="http://schemas.microsoft.com/office/drawing/2014/main" id="{4E864480-B291-9CAF-7C36-F3D6B634916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9489" y="2424435"/>
            <a:ext cx="2661303" cy="2661303"/>
          </a:xfrm>
          <a:prstGeom prst="rect">
            <a:avLst/>
          </a:prstGeom>
        </p:spPr>
      </p:pic>
      <p:sp>
        <p:nvSpPr>
          <p:cNvPr id="21"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3414" y="1899284"/>
            <a:ext cx="10427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23"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646" y="2189928"/>
            <a:ext cx="68354"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76</TotalTime>
  <Words>693</Words>
  <Application>Microsoft Office PowerPoint</Application>
  <PresentationFormat>On-screen Show (4:3)</PresentationFormat>
  <Paragraphs>82</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Calibri</vt:lpstr>
      <vt:lpstr>Office Theme</vt:lpstr>
      <vt:lpstr>PROG6212 POE 3</vt:lpstr>
      <vt:lpstr>Introduction</vt:lpstr>
      <vt:lpstr>System Architecture</vt:lpstr>
      <vt:lpstr>Database Design</vt:lpstr>
      <vt:lpstr>Security &amp; Sessions</vt:lpstr>
      <vt:lpstr>Lecturer Automation</vt:lpstr>
      <vt:lpstr>Coordinator / Manager Workflow</vt:lpstr>
      <vt:lpstr>HR Administration</vt:lpstr>
      <vt:lpstr>API Automation</vt:lpstr>
      <vt:lpstr>Real-time Features</vt:lpstr>
      <vt:lpstr>Error Handling</vt:lpstr>
      <vt:lpstr>Challenges &amp; Solutions</vt:lpstr>
      <vt:lpstr>Learning Outcomes</vt:lpstr>
      <vt:lpstr>Business Benefits</vt:lpstr>
      <vt:lpstr>Demonstration Preview</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Anthony Bunu</dc:creator>
  <cp:keywords/>
  <dc:description>generated using python-pptx</dc:description>
  <cp:lastModifiedBy>Anthony Bunu</cp:lastModifiedBy>
  <cp:revision>3</cp:revision>
  <dcterms:created xsi:type="dcterms:W3CDTF">2013-01-27T09:14:16Z</dcterms:created>
  <dcterms:modified xsi:type="dcterms:W3CDTF">2025-11-21T15:53:29Z</dcterms:modified>
  <cp:category/>
</cp:coreProperties>
</file>